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2" r:id="rId1"/>
  </p:sldMasterIdLst>
  <p:notesMasterIdLst>
    <p:notesMasterId r:id="rId18"/>
  </p:notesMasterIdLst>
  <p:sldIdLst>
    <p:sldId id="256" r:id="rId2"/>
    <p:sldId id="270"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E2261D6-25DA-4BBB-B442-6D2E1637517B}" v="766" dt="2025-01-27T16:09:20.238"/>
    <p1510:client id="{79772407-13EE-3465-2B85-0E7AA7C75229}" v="152" dt="2025-01-27T14:07:08.72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2664" autoAdjust="0"/>
  </p:normalViewPr>
  <p:slideViewPr>
    <p:cSldViewPr snapToGrid="0">
      <p:cViewPr varScale="1">
        <p:scale>
          <a:sx n="60" d="100"/>
          <a:sy n="60" d="100"/>
        </p:scale>
        <p:origin x="111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323814-E783-4774-A6D9-99E25787FC13}" type="datetimeFigureOut">
              <a:rPr lang="en-US" smtClean="0"/>
              <a:t>7/7/2025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0B1FDB-B5A3-4DD9-A912-7C7BF60AF1CE}" type="slidenum">
              <a:rPr lang="en-US" smtClean="0"/>
              <a:t>‹#›</a:t>
            </a:fld>
            <a:endParaRPr lang="en-US"/>
          </a:p>
        </p:txBody>
      </p:sp>
    </p:spTree>
    <p:extLst>
      <p:ext uri="{BB962C8B-B14F-4D97-AF65-F5344CB8AC3E}">
        <p14:creationId xmlns:p14="http://schemas.microsoft.com/office/powerpoint/2010/main" val="42487859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90B1FDB-B5A3-4DD9-A912-7C7BF60AF1CE}" type="slidenum">
              <a:rPr lang="en-US" smtClean="0"/>
              <a:t>1</a:t>
            </a:fld>
            <a:endParaRPr lang="en-US"/>
          </a:p>
        </p:txBody>
      </p:sp>
    </p:spTree>
    <p:extLst>
      <p:ext uri="{BB962C8B-B14F-4D97-AF65-F5344CB8AC3E}">
        <p14:creationId xmlns:p14="http://schemas.microsoft.com/office/powerpoint/2010/main" val="32480550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90B1FDB-B5A3-4DD9-A912-7C7BF60AF1CE}" type="slidenum">
              <a:rPr lang="en-US" smtClean="0"/>
              <a:t>14</a:t>
            </a:fld>
            <a:endParaRPr lang="en-US"/>
          </a:p>
        </p:txBody>
      </p:sp>
    </p:spTree>
    <p:extLst>
      <p:ext uri="{BB962C8B-B14F-4D97-AF65-F5344CB8AC3E}">
        <p14:creationId xmlns:p14="http://schemas.microsoft.com/office/powerpoint/2010/main" val="36178404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89" name="Group 88"/>
          <p:cNvGrpSpPr/>
          <p:nvPr/>
        </p:nvGrpSpPr>
        <p:grpSpPr>
          <a:xfrm>
            <a:off x="-329674" y="-59376"/>
            <a:ext cx="12515851" cy="6923798"/>
            <a:chOff x="-329674" y="-51881"/>
            <a:chExt cx="12515851" cy="6923798"/>
          </a:xfrm>
        </p:grpSpPr>
        <p:sp>
          <p:nvSpPr>
            <p:cNvPr id="90"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3"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0"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1"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2"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3"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4"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5"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6"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7"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8"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Group 8"/>
          <p:cNvGrpSpPr/>
          <p:nvPr/>
        </p:nvGrpSpPr>
        <p:grpSpPr>
          <a:xfrm>
            <a:off x="1669293" y="1186483"/>
            <a:ext cx="8848345" cy="4477933"/>
            <a:chOff x="1669293" y="1186483"/>
            <a:chExt cx="8848345" cy="4477933"/>
          </a:xfrm>
        </p:grpSpPr>
        <p:sp>
          <p:nvSpPr>
            <p:cNvPr id="39" name="Rectangle 38"/>
            <p:cNvSpPr/>
            <p:nvPr/>
          </p:nvSpPr>
          <p:spPr>
            <a:xfrm>
              <a:off x="1674042" y="1186483"/>
              <a:ext cx="8843596"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1" name="Rectangle 40"/>
            <p:cNvSpPr/>
            <p:nvPr/>
          </p:nvSpPr>
          <p:spPr>
            <a:xfrm>
              <a:off x="1669293" y="1991156"/>
              <a:ext cx="8845667"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n-US" dirty="0"/>
              <a:t>Click to edit Master title style</a:t>
            </a:r>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48A87A34-81AB-432B-8DAE-1953F412C126}" type="datetimeFigureOut">
              <a:rPr lang="en-US" dirty="0"/>
              <a:pPr/>
              <a:t>7/7/2025</a:t>
            </a:fld>
            <a:endParaRPr lang="en-US"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40895048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80" name="Group 79"/>
          <p:cNvGrpSpPr/>
          <p:nvPr/>
        </p:nvGrpSpPr>
        <p:grpSpPr>
          <a:xfrm>
            <a:off x="-417513" y="0"/>
            <a:ext cx="12584114" cy="6853238"/>
            <a:chOff x="-417513" y="0"/>
            <a:chExt cx="12584114" cy="6853238"/>
          </a:xfrm>
        </p:grpSpPr>
        <p:sp>
          <p:nvSpPr>
            <p:cNvPr id="81"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0"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1"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7" name="Group 26"/>
          <p:cNvGrpSpPr/>
          <p:nvPr/>
        </p:nvGrpSpPr>
        <p:grpSpPr>
          <a:xfrm>
            <a:off x="800144" y="1699589"/>
            <a:ext cx="3674476" cy="3470421"/>
            <a:chOff x="697883" y="1816768"/>
            <a:chExt cx="3674476" cy="3470421"/>
          </a:xfrm>
        </p:grpSpPr>
        <p:sp>
          <p:nvSpPr>
            <p:cNvPr id="28" name="Rectangle 27"/>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9"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Rectangle 29"/>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1" y="2349925"/>
            <a:ext cx="3498979" cy="2456442"/>
          </a:xfrm>
        </p:spPr>
        <p:txBody>
          <a:bodyPr/>
          <a:lstStyle>
            <a:lvl1pPr>
              <a:defRPr>
                <a:solidFill>
                  <a:srgbClr val="FFFEFF"/>
                </a:solidFill>
              </a:defRPr>
            </a:lvl1pPr>
          </a:lstStyle>
          <a:p>
            <a:r>
              <a:rPr lang="en-US" dirty="0"/>
              <a:t>Click to edit Master title style</a:t>
            </a:r>
          </a:p>
        </p:txBody>
      </p:sp>
      <p:sp>
        <p:nvSpPr>
          <p:cNvPr id="3" name="Content Placeholder 2"/>
          <p:cNvSpPr>
            <a:spLocks noGrp="1"/>
          </p:cNvSpPr>
          <p:nvPr>
            <p:ph idx="1"/>
          </p:nvPr>
        </p:nvSpPr>
        <p:spPr>
          <a:xfrm>
            <a:off x="5118447" y="803186"/>
            <a:ext cx="6281873" cy="5248622"/>
          </a:xfrm>
        </p:spPr>
        <p:txBody>
          <a:bodyPr anchor="ct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48A87A34-81AB-432B-8DAE-1953F412C126}" type="datetimeFigureOut">
              <a:rPr lang="en-US" dirty="0"/>
              <a:t>7/7/2025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5016691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77" name="Group 76"/>
          <p:cNvGrpSpPr/>
          <p:nvPr/>
        </p:nvGrpSpPr>
        <p:grpSpPr>
          <a:xfrm>
            <a:off x="-329674" y="-59376"/>
            <a:ext cx="12515851" cy="6923798"/>
            <a:chOff x="-329674" y="-51881"/>
            <a:chExt cx="12515851" cy="6923798"/>
          </a:xfrm>
        </p:grpSpPr>
        <p:sp>
          <p:nvSpPr>
            <p:cNvPr id="78"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Group 8"/>
          <p:cNvGrpSpPr/>
          <p:nvPr/>
        </p:nvGrpSpPr>
        <p:grpSpPr>
          <a:xfrm>
            <a:off x="3259545" y="1186483"/>
            <a:ext cx="5666145" cy="4477933"/>
            <a:chOff x="3259545" y="1186483"/>
            <a:chExt cx="5666145" cy="4477933"/>
          </a:xfrm>
        </p:grpSpPr>
        <p:sp>
          <p:nvSpPr>
            <p:cNvPr id="99" name="Rectangle 98"/>
            <p:cNvSpPr/>
            <p:nvPr/>
          </p:nvSpPr>
          <p:spPr>
            <a:xfrm>
              <a:off x="3259545" y="1186483"/>
              <a:ext cx="5657881"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1" name="Rectangle 100"/>
            <p:cNvSpPr/>
            <p:nvPr/>
          </p:nvSpPr>
          <p:spPr>
            <a:xfrm>
              <a:off x="3259545" y="1991156"/>
              <a:ext cx="5666145"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3344216" y="2074730"/>
            <a:ext cx="5490224" cy="1689390"/>
          </a:xfrm>
        </p:spPr>
        <p:txBody>
          <a:bodyPr bIns="0" anchor="b">
            <a:normAutofit/>
          </a:bodyPr>
          <a:lstStyle>
            <a:lvl1pPr algn="ctr">
              <a:defRPr sz="4400">
                <a:solidFill>
                  <a:srgbClr val="FFFEFF"/>
                </a:solidFill>
              </a:defRPr>
            </a:lvl1pPr>
          </a:lstStyle>
          <a:p>
            <a:r>
              <a:rPr lang="en-US" dirty="0"/>
              <a:t>Click to edit Master title style</a:t>
            </a:r>
          </a:p>
        </p:txBody>
      </p:sp>
      <p:sp>
        <p:nvSpPr>
          <p:cNvPr id="3" name="Text Placeholder 2"/>
          <p:cNvSpPr>
            <a:spLocks noGrp="1"/>
          </p:cNvSpPr>
          <p:nvPr>
            <p:ph type="body" idx="1"/>
          </p:nvPr>
        </p:nvSpPr>
        <p:spPr>
          <a:xfrm>
            <a:off x="3344215" y="3846851"/>
            <a:ext cx="5490223" cy="1383770"/>
          </a:xfrm>
        </p:spPr>
        <p:txBody>
          <a:bodyPr tIns="0">
            <a:normAutofit/>
          </a:bodyPr>
          <a:lstStyle>
            <a:lvl1pPr marL="0" indent="0" algn="ctr">
              <a:buNone/>
              <a:defRPr sz="1800">
                <a:solidFill>
                  <a:srgbClr val="FFFEFF"/>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4" name="Date Placeholder 3"/>
          <p:cNvSpPr>
            <a:spLocks noGrp="1"/>
          </p:cNvSpPr>
          <p:nvPr>
            <p:ph type="dt" sz="half" idx="10"/>
          </p:nvPr>
        </p:nvSpPr>
        <p:spPr>
          <a:xfrm>
            <a:off x="804672" y="320040"/>
            <a:ext cx="3657600" cy="320040"/>
          </a:xfrm>
        </p:spPr>
        <p:txBody>
          <a:bodyPr/>
          <a:lstStyle/>
          <a:p>
            <a:fld id="{48A87A34-81AB-432B-8DAE-1953F412C126}" type="datetimeFigureOut">
              <a:rPr lang="en-US" dirty="0"/>
              <a:t>7/7/2025</a:t>
            </a:fld>
            <a:endParaRPr lang="en-US"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0166317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37" name="Group 36"/>
          <p:cNvGrpSpPr/>
          <p:nvPr/>
        </p:nvGrpSpPr>
        <p:grpSpPr>
          <a:xfrm>
            <a:off x="-417513" y="0"/>
            <a:ext cx="12584114" cy="6853238"/>
            <a:chOff x="-417513" y="0"/>
            <a:chExt cx="12584114" cy="6853238"/>
          </a:xfrm>
        </p:grpSpPr>
        <p:sp>
          <p:nvSpPr>
            <p:cNvPr id="3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59" name="Group 58"/>
          <p:cNvGrpSpPr/>
          <p:nvPr/>
        </p:nvGrpSpPr>
        <p:grpSpPr>
          <a:xfrm>
            <a:off x="800144" y="1699589"/>
            <a:ext cx="3674476" cy="3470421"/>
            <a:chOff x="697883" y="1816768"/>
            <a:chExt cx="3674476" cy="3470421"/>
          </a:xfrm>
        </p:grpSpPr>
        <p:sp>
          <p:nvSpPr>
            <p:cNvPr id="60" name="Rectangle 59"/>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 name="Rectangle 61"/>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9000" y="2339669"/>
            <a:ext cx="3500828" cy="2470065"/>
          </a:xfrm>
        </p:spPr>
        <p:txBody>
          <a:bodyPr lIns="91440" tIns="91440" rIns="91440" bIns="91440"/>
          <a:lstStyle>
            <a:lvl1pPr>
              <a:defRPr>
                <a:solidFill>
                  <a:srgbClr val="FFFEFF"/>
                </a:solidFill>
              </a:defRPr>
            </a:lvl1pPr>
          </a:lstStyle>
          <a:p>
            <a:r>
              <a:rPr lang="en-US" dirty="0"/>
              <a:t>Click to edit Master title style</a:t>
            </a:r>
          </a:p>
        </p:txBody>
      </p:sp>
      <p:sp>
        <p:nvSpPr>
          <p:cNvPr id="3" name="Content Placeholder 2"/>
          <p:cNvSpPr>
            <a:spLocks noGrp="1"/>
          </p:cNvSpPr>
          <p:nvPr>
            <p:ph sz="half" idx="1"/>
          </p:nvPr>
        </p:nvSpPr>
        <p:spPr>
          <a:xfrm>
            <a:off x="5120878" y="803187"/>
            <a:ext cx="6269591" cy="2382651"/>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5118447" y="3672162"/>
            <a:ext cx="6272022" cy="2383586"/>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a:xfrm>
            <a:off x="804672" y="320040"/>
            <a:ext cx="3657600" cy="320040"/>
          </a:xfrm>
        </p:spPr>
        <p:txBody>
          <a:bodyPr/>
          <a:lstStyle/>
          <a:p>
            <a:fld id="{48A87A34-81AB-432B-8DAE-1953F412C126}" type="datetimeFigureOut">
              <a:rPr lang="en-US" dirty="0"/>
              <a:t>7/7/2025</a:t>
            </a:fld>
            <a:endParaRPr lang="en-US" dirty="0"/>
          </a:p>
        </p:txBody>
      </p:sp>
      <p:sp>
        <p:nvSpPr>
          <p:cNvPr id="6" name="Footer Placeholder 5"/>
          <p:cNvSpPr>
            <a:spLocks noGrp="1"/>
          </p:cNvSpPr>
          <p:nvPr>
            <p:ph type="ftr" sz="quarter" idx="11"/>
          </p:nvPr>
        </p:nvSpPr>
        <p:spPr>
          <a:xfrm>
            <a:off x="804672" y="6227064"/>
            <a:ext cx="10588752" cy="320040"/>
          </a:xfrm>
        </p:spPr>
        <p:txBody>
          <a:bodyPr/>
          <a:lstStyle/>
          <a:p>
            <a:endParaRPr lang="en-US" dirty="0"/>
          </a:p>
        </p:txBody>
      </p:sp>
      <p:sp>
        <p:nvSpPr>
          <p:cNvPr id="7" name="Slide Number Placeholder 6"/>
          <p:cNvSpPr>
            <a:spLocks noGrp="1"/>
          </p:cNvSpPr>
          <p:nvPr>
            <p:ph type="sldNum" sz="quarter" idx="12"/>
          </p:nvPr>
        </p:nvSpPr>
        <p:spPr>
          <a:xfrm>
            <a:off x="10469880" y="320040"/>
            <a:ext cx="914400" cy="320040"/>
          </a:xfrm>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7949581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39" name="Group 38"/>
          <p:cNvGrpSpPr/>
          <p:nvPr/>
        </p:nvGrpSpPr>
        <p:grpSpPr>
          <a:xfrm>
            <a:off x="-417513" y="0"/>
            <a:ext cx="12584114" cy="6853238"/>
            <a:chOff x="-417513" y="0"/>
            <a:chExt cx="12584114" cy="6853238"/>
          </a:xfrm>
        </p:grpSpPr>
        <p:sp>
          <p:nvSpPr>
            <p:cNvPr id="40"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2"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3"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5"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6"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4"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5"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6"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7"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9"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0"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61" name="Group 60"/>
          <p:cNvGrpSpPr/>
          <p:nvPr/>
        </p:nvGrpSpPr>
        <p:grpSpPr>
          <a:xfrm>
            <a:off x="800144" y="1699589"/>
            <a:ext cx="3674476" cy="3470421"/>
            <a:chOff x="697883" y="1816768"/>
            <a:chExt cx="3674476" cy="3470421"/>
          </a:xfrm>
        </p:grpSpPr>
        <p:sp>
          <p:nvSpPr>
            <p:cNvPr id="62" name="Rectangle 6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 name="Rectangle 63"/>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9001" y="2363915"/>
            <a:ext cx="3500828" cy="2460497"/>
          </a:xfrm>
        </p:spPr>
        <p:txBody>
          <a:bodyPr lIns="91440" tIns="91440" rIns="91440" bIns="91440"/>
          <a:lstStyle>
            <a:lvl1pPr>
              <a:defRPr>
                <a:solidFill>
                  <a:srgbClr val="FFFEFF"/>
                </a:solidFill>
              </a:defRPr>
            </a:lvl1pPr>
          </a:lstStyle>
          <a:p>
            <a:r>
              <a:rPr lang="en-US" dirty="0"/>
              <a:t>Click to edit Master title style</a:t>
            </a:r>
          </a:p>
        </p:txBody>
      </p:sp>
      <p:sp>
        <p:nvSpPr>
          <p:cNvPr id="3" name="Text Placeholder 2"/>
          <p:cNvSpPr>
            <a:spLocks noGrp="1"/>
          </p:cNvSpPr>
          <p:nvPr>
            <p:ph type="body" idx="1"/>
          </p:nvPr>
        </p:nvSpPr>
        <p:spPr>
          <a:xfrm>
            <a:off x="5125137" y="803185"/>
            <a:ext cx="6265088"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5125305" y="1488985"/>
            <a:ext cx="6264350" cy="169685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5118653" y="3665887"/>
            <a:ext cx="6264414"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5118447" y="4351687"/>
            <a:ext cx="6265588" cy="170406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a:xfrm>
            <a:off x="804672" y="320040"/>
            <a:ext cx="3657600" cy="320040"/>
          </a:xfrm>
        </p:spPr>
        <p:txBody>
          <a:bodyPr/>
          <a:lstStyle/>
          <a:p>
            <a:fld id="{48A87A34-81AB-432B-8DAE-1953F412C126}" type="datetimeFigureOut">
              <a:rPr lang="en-US" dirty="0"/>
              <a:t>7/7/2025</a:t>
            </a:fld>
            <a:endParaRPr lang="en-US" dirty="0"/>
          </a:p>
        </p:txBody>
      </p:sp>
      <p:sp>
        <p:nvSpPr>
          <p:cNvPr id="8" name="Footer Placeholder 7"/>
          <p:cNvSpPr>
            <a:spLocks noGrp="1"/>
          </p:cNvSpPr>
          <p:nvPr>
            <p:ph type="ftr" sz="quarter" idx="11"/>
          </p:nvPr>
        </p:nvSpPr>
        <p:spPr>
          <a:xfrm>
            <a:off x="804672" y="6227064"/>
            <a:ext cx="10588752" cy="320040"/>
          </a:xfrm>
        </p:spPr>
        <p:txBody>
          <a:bodyPr/>
          <a:lstStyle/>
          <a:p>
            <a:endParaRPr lang="en-US" dirty="0"/>
          </a:p>
        </p:txBody>
      </p:sp>
      <p:sp>
        <p:nvSpPr>
          <p:cNvPr id="9" name="Slide Number Placeholder 8"/>
          <p:cNvSpPr>
            <a:spLocks noGrp="1"/>
          </p:cNvSpPr>
          <p:nvPr>
            <p:ph type="sldNum" sz="quarter" idx="12"/>
          </p:nvPr>
        </p:nvSpPr>
        <p:spPr>
          <a:xfrm>
            <a:off x="10469880" y="320040"/>
            <a:ext cx="914400" cy="320040"/>
          </a:xfrm>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15664591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77" name="Group 76"/>
          <p:cNvGrpSpPr/>
          <p:nvPr/>
        </p:nvGrpSpPr>
        <p:grpSpPr>
          <a:xfrm>
            <a:off x="-417513" y="0"/>
            <a:ext cx="12584114" cy="6853238"/>
            <a:chOff x="-417513" y="0"/>
            <a:chExt cx="12584114" cy="6853238"/>
          </a:xfrm>
        </p:grpSpPr>
        <p:sp>
          <p:nvSpPr>
            <p:cNvPr id="7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4" name="Group 23"/>
          <p:cNvGrpSpPr/>
          <p:nvPr/>
        </p:nvGrpSpPr>
        <p:grpSpPr>
          <a:xfrm>
            <a:off x="800144" y="1699589"/>
            <a:ext cx="3674476" cy="3470421"/>
            <a:chOff x="697883" y="1816768"/>
            <a:chExt cx="3674476" cy="3470421"/>
          </a:xfrm>
        </p:grpSpPr>
        <p:sp>
          <p:nvSpPr>
            <p:cNvPr id="25" name="Rectangle 24"/>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2"/>
          </a:xfrm>
        </p:spPr>
        <p:txBody>
          <a:bodyPr/>
          <a:lstStyle>
            <a:lvl1pPr>
              <a:defRPr>
                <a:solidFill>
                  <a:srgbClr val="FFFEFF"/>
                </a:solidFill>
              </a:defRPr>
            </a:lvl1pPr>
          </a:lstStyle>
          <a:p>
            <a:r>
              <a:rPr lang="en-US" dirty="0"/>
              <a:t>Click to edit Master title style</a:t>
            </a:r>
          </a:p>
        </p:txBody>
      </p:sp>
      <p:sp>
        <p:nvSpPr>
          <p:cNvPr id="3" name="Date Placeholder 2"/>
          <p:cNvSpPr>
            <a:spLocks noGrp="1"/>
          </p:cNvSpPr>
          <p:nvPr>
            <p:ph type="dt" sz="half" idx="10"/>
          </p:nvPr>
        </p:nvSpPr>
        <p:spPr/>
        <p:txBody>
          <a:bodyPr/>
          <a:lstStyle/>
          <a:p>
            <a:fld id="{48A87A34-81AB-432B-8DAE-1953F412C126}" type="datetimeFigureOut">
              <a:rPr lang="en-US" dirty="0"/>
              <a:t>7/7/2025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661578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04672" y="320040"/>
            <a:ext cx="3657600" cy="320040"/>
          </a:xfrm>
        </p:spPr>
        <p:txBody>
          <a:bodyPr/>
          <a:lstStyle/>
          <a:p>
            <a:fld id="{48A87A34-81AB-432B-8DAE-1953F412C126}" type="datetimeFigureOut">
              <a:rPr lang="en-US" dirty="0"/>
              <a:t>7/7/2025</a:t>
            </a:fld>
            <a:endParaRPr lang="en-US" dirty="0"/>
          </a:p>
        </p:txBody>
      </p:sp>
      <p:sp>
        <p:nvSpPr>
          <p:cNvPr id="3" name="Footer Placeholder 2"/>
          <p:cNvSpPr>
            <a:spLocks noGrp="1"/>
          </p:cNvSpPr>
          <p:nvPr>
            <p:ph type="ftr" sz="quarter" idx="11"/>
          </p:nvPr>
        </p:nvSpPr>
        <p:spPr>
          <a:xfrm>
            <a:off x="804672" y="6227064"/>
            <a:ext cx="10588752" cy="320040"/>
          </a:xfrm>
        </p:spPr>
        <p:txBody>
          <a:bodyPr/>
          <a:lstStyle/>
          <a:p>
            <a:endParaRPr lang="en-US" dirty="0"/>
          </a:p>
        </p:txBody>
      </p:sp>
      <p:sp>
        <p:nvSpPr>
          <p:cNvPr id="4" name="Slide Number Placeholder 3"/>
          <p:cNvSpPr>
            <a:spLocks noGrp="1"/>
          </p:cNvSpPr>
          <p:nvPr>
            <p:ph type="sldNum" sz="quarter" idx="12"/>
          </p:nvPr>
        </p:nvSpPr>
        <p:spPr>
          <a:xfrm>
            <a:off x="10469880" y="320040"/>
            <a:ext cx="914400" cy="320040"/>
          </a:xfrm>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17613498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74" name="Group 73"/>
          <p:cNvGrpSpPr/>
          <p:nvPr/>
        </p:nvGrpSpPr>
        <p:grpSpPr>
          <a:xfrm>
            <a:off x="-417513" y="0"/>
            <a:ext cx="12584114" cy="6853238"/>
            <a:chOff x="-417513" y="0"/>
            <a:chExt cx="12584114" cy="6853238"/>
          </a:xfrm>
        </p:grpSpPr>
        <p:sp>
          <p:nvSpPr>
            <p:cNvPr id="75"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6"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79"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1"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2"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1" name="Group 20"/>
          <p:cNvGrpSpPr/>
          <p:nvPr/>
        </p:nvGrpSpPr>
        <p:grpSpPr>
          <a:xfrm>
            <a:off x="800144" y="1699589"/>
            <a:ext cx="3674476" cy="3470421"/>
            <a:chOff x="697883" y="1816768"/>
            <a:chExt cx="3674476" cy="3470421"/>
          </a:xfrm>
        </p:grpSpPr>
        <p:sp>
          <p:nvSpPr>
            <p:cNvPr id="22" name="Rectangle 2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2"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3" name="Rectangle 32"/>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1" y="2352026"/>
            <a:ext cx="3501197" cy="1223298"/>
          </a:xfrm>
        </p:spPr>
        <p:txBody>
          <a:bodyPr bIns="0" anchor="b">
            <a:noAutofit/>
          </a:bodyPr>
          <a:lstStyle>
            <a:lvl1pPr algn="ctr">
              <a:defRPr sz="3200">
                <a:solidFill>
                  <a:srgbClr val="FFFEFF"/>
                </a:solidFill>
              </a:defRPr>
            </a:lvl1pPr>
          </a:lstStyle>
          <a:p>
            <a:r>
              <a:rPr lang="en-US" dirty="0"/>
              <a:t>Click to edit Master title style</a:t>
            </a:r>
          </a:p>
        </p:txBody>
      </p:sp>
      <p:sp>
        <p:nvSpPr>
          <p:cNvPr id="3" name="Content Placeholder 2"/>
          <p:cNvSpPr>
            <a:spLocks noGrp="1"/>
          </p:cNvSpPr>
          <p:nvPr>
            <p:ph idx="1"/>
          </p:nvPr>
        </p:nvSpPr>
        <p:spPr>
          <a:xfrm>
            <a:off x="5109983" y="802809"/>
            <a:ext cx="6275035" cy="5249940"/>
          </a:xfrm>
        </p:spPr>
        <p:txBody>
          <a:bodyPr anchor="ct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88631" y="3580186"/>
            <a:ext cx="3501197" cy="1221164"/>
          </a:xfrm>
        </p:spPr>
        <p:txBody>
          <a:bodyPr/>
          <a:lstStyle>
            <a:lvl1pPr marL="0" indent="0" algn="ctr">
              <a:buNone/>
              <a:defRPr sz="16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7/7/2025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41258031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73" name="Group 72"/>
          <p:cNvGrpSpPr/>
          <p:nvPr/>
        </p:nvGrpSpPr>
        <p:grpSpPr>
          <a:xfrm>
            <a:off x="-329674" y="-59376"/>
            <a:ext cx="12515851" cy="6923798"/>
            <a:chOff x="-329674" y="-51881"/>
            <a:chExt cx="12515851" cy="6923798"/>
          </a:xfrm>
        </p:grpSpPr>
        <p:sp>
          <p:nvSpPr>
            <p:cNvPr id="81"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76" name="Group 75"/>
          <p:cNvGrpSpPr/>
          <p:nvPr/>
        </p:nvGrpSpPr>
        <p:grpSpPr>
          <a:xfrm>
            <a:off x="805336" y="1698331"/>
            <a:ext cx="5941540" cy="3470421"/>
            <a:chOff x="805336" y="1698331"/>
            <a:chExt cx="5941540" cy="3470421"/>
          </a:xfrm>
        </p:grpSpPr>
        <p:sp>
          <p:nvSpPr>
            <p:cNvPr id="77" name="Rectangle 76"/>
            <p:cNvSpPr/>
            <p:nvPr/>
          </p:nvSpPr>
          <p:spPr>
            <a:xfrm>
              <a:off x="805336" y="1698331"/>
              <a:ext cx="5941540"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 name="Isosceles Triangle 9"/>
            <p:cNvSpPr/>
            <p:nvPr/>
          </p:nvSpPr>
          <p:spPr>
            <a:xfrm rot="10800000">
              <a:off x="3618113" y="4896349"/>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 name="Rectangle 78"/>
            <p:cNvSpPr/>
            <p:nvPr/>
          </p:nvSpPr>
          <p:spPr>
            <a:xfrm>
              <a:off x="805336" y="2274403"/>
              <a:ext cx="5941540"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3" name="Picture Placeholder 2"/>
          <p:cNvSpPr>
            <a:spLocks noGrp="1" noChangeAspect="1"/>
          </p:cNvSpPr>
          <p:nvPr>
            <p:ph type="pic" idx="1"/>
          </p:nvPr>
        </p:nvSpPr>
        <p:spPr>
          <a:xfrm>
            <a:off x="7543510" y="0"/>
            <a:ext cx="4648490" cy="6858000"/>
          </a:xfrm>
          <a:solidFill>
            <a:schemeClr val="bg1">
              <a:lumMod val="65000"/>
              <a:lumOff val="3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2" name="Title 1"/>
          <p:cNvSpPr>
            <a:spLocks noGrp="1"/>
          </p:cNvSpPr>
          <p:nvPr>
            <p:ph type="title"/>
          </p:nvPr>
        </p:nvSpPr>
        <p:spPr>
          <a:xfrm>
            <a:off x="885443" y="2360255"/>
            <a:ext cx="5776646" cy="1178032"/>
          </a:xfrm>
        </p:spPr>
        <p:txBody>
          <a:bodyPr bIns="0" anchor="b">
            <a:normAutofit/>
          </a:bodyPr>
          <a:lstStyle>
            <a:lvl1pPr>
              <a:defRPr sz="3600">
                <a:solidFill>
                  <a:srgbClr val="FFFEFF"/>
                </a:solidFill>
              </a:defRPr>
            </a:lvl1pPr>
          </a:lstStyle>
          <a:p>
            <a:r>
              <a:rPr lang="en-US" dirty="0"/>
              <a:t>Click to edit Master title style</a:t>
            </a:r>
          </a:p>
        </p:txBody>
      </p:sp>
      <p:sp>
        <p:nvSpPr>
          <p:cNvPr id="4" name="Text Placeholder 3"/>
          <p:cNvSpPr>
            <a:spLocks noGrp="1"/>
          </p:cNvSpPr>
          <p:nvPr>
            <p:ph type="body" sz="half" idx="2"/>
          </p:nvPr>
        </p:nvSpPr>
        <p:spPr>
          <a:xfrm>
            <a:off x="885443" y="3545012"/>
            <a:ext cx="5776646" cy="1274198"/>
          </a:xfrm>
        </p:spPr>
        <p:txBody>
          <a:bodyPr>
            <a:normAutofit/>
          </a:bodyPr>
          <a:lstStyle>
            <a:lvl1pPr marL="0" indent="0" algn="ctr">
              <a:buNone/>
              <a:defRPr sz="18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5" name="Date Placeholder 4"/>
          <p:cNvSpPr>
            <a:spLocks noGrp="1"/>
          </p:cNvSpPr>
          <p:nvPr>
            <p:ph type="dt" sz="half" idx="10"/>
          </p:nvPr>
        </p:nvSpPr>
        <p:spPr>
          <a:xfrm>
            <a:off x="804672" y="320040"/>
            <a:ext cx="3657600" cy="320040"/>
          </a:xfrm>
        </p:spPr>
        <p:txBody>
          <a:bodyPr/>
          <a:lstStyle/>
          <a:p>
            <a:fld id="{48A87A34-81AB-432B-8DAE-1953F412C126}" type="datetimeFigureOut">
              <a:rPr lang="en-US" dirty="0"/>
              <a:t>7/7/2025</a:t>
            </a:fld>
            <a:endParaRPr lang="en-US" dirty="0"/>
          </a:p>
        </p:txBody>
      </p:sp>
      <p:sp>
        <p:nvSpPr>
          <p:cNvPr id="6" name="Footer Placeholder 5"/>
          <p:cNvSpPr>
            <a:spLocks noGrp="1"/>
          </p:cNvSpPr>
          <p:nvPr>
            <p:ph type="ftr" sz="quarter" idx="11"/>
          </p:nvPr>
        </p:nvSpPr>
        <p:spPr>
          <a:xfrm>
            <a:off x="804672" y="6227064"/>
            <a:ext cx="5942203" cy="320040"/>
          </a:xfrm>
        </p:spPr>
        <p:txBody>
          <a:bodyPr/>
          <a:lstStyle/>
          <a:p>
            <a:endParaRPr lang="en-US" dirty="0"/>
          </a:p>
        </p:txBody>
      </p:sp>
      <p:sp>
        <p:nvSpPr>
          <p:cNvPr id="7" name="Slide Number Placeholder 6"/>
          <p:cNvSpPr>
            <a:spLocks noGrp="1"/>
          </p:cNvSpPr>
          <p:nvPr>
            <p:ph type="sldNum" sz="quarter" idx="12"/>
          </p:nvPr>
        </p:nvSpPr>
        <p:spPr>
          <a:xfrm>
            <a:off x="5828377" y="320040"/>
            <a:ext cx="914400" cy="320040"/>
          </a:xfrm>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17802255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75" name="Group 74"/>
          <p:cNvGrpSpPr/>
          <p:nvPr/>
        </p:nvGrpSpPr>
        <p:grpSpPr>
          <a:xfrm>
            <a:off x="-417513"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800144"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1"/>
          </a:xfrm>
        </p:spPr>
        <p:txBody>
          <a:bodyPr/>
          <a:lstStyle>
            <a:lvl1pPr>
              <a:defRPr>
                <a:solidFill>
                  <a:srgbClr val="FFFEFF"/>
                </a:solidFill>
              </a:defRPr>
            </a:lvl1pPr>
          </a:lstStyle>
          <a:p>
            <a:r>
              <a:rPr lang="en-US" dirty="0"/>
              <a:t>Click to edit Master title style</a:t>
            </a:r>
          </a:p>
        </p:txBody>
      </p:sp>
      <p:sp>
        <p:nvSpPr>
          <p:cNvPr id="3" name="Vertical Text Placeholder 2"/>
          <p:cNvSpPr>
            <a:spLocks noGrp="1"/>
          </p:cNvSpPr>
          <p:nvPr>
            <p:ph type="body" orient="vert" idx="1"/>
          </p:nvPr>
        </p:nvSpPr>
        <p:spPr>
          <a:xfrm>
            <a:off x="5109983" y="794719"/>
            <a:ext cx="6275035" cy="5257090"/>
          </a:xfrm>
        </p:spPr>
        <p:txBody>
          <a:bodyPr vert="eaVert"/>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48A87A34-81AB-432B-8DAE-1953F412C126}" type="datetimeFigureOut">
              <a:rPr lang="en-US" dirty="0"/>
              <a:t>7/7/2025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4430465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75" name="Group 74"/>
          <p:cNvGrpSpPr/>
          <p:nvPr/>
        </p:nvGrpSpPr>
        <p:grpSpPr>
          <a:xfrm flipH="1">
            <a:off x="0"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7718948"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Vertical Title 1"/>
          <p:cNvSpPr>
            <a:spLocks noGrp="1"/>
          </p:cNvSpPr>
          <p:nvPr>
            <p:ph type="title" orient="vert"/>
          </p:nvPr>
        </p:nvSpPr>
        <p:spPr>
          <a:xfrm>
            <a:off x="7807437" y="2349925"/>
            <a:ext cx="3501195" cy="2456442"/>
          </a:xfrm>
        </p:spPr>
        <p:txBody>
          <a:bodyPr vert="eaVert"/>
          <a:lstStyle>
            <a:lvl1pPr algn="l">
              <a:lnSpc>
                <a:spcPct val="80000"/>
              </a:lnSpc>
              <a:defRPr>
                <a:solidFill>
                  <a:srgbClr val="FFFEFF"/>
                </a:solidFill>
              </a:defRPr>
            </a:lvl1pPr>
          </a:lstStyle>
          <a:p>
            <a:r>
              <a:rPr lang="en-US" dirty="0"/>
              <a:t>Click to edit Master title style</a:t>
            </a:r>
          </a:p>
        </p:txBody>
      </p:sp>
      <p:sp>
        <p:nvSpPr>
          <p:cNvPr id="3" name="Vertical Text Placeholder 2"/>
          <p:cNvSpPr>
            <a:spLocks noGrp="1"/>
          </p:cNvSpPr>
          <p:nvPr>
            <p:ph type="body" orient="vert" idx="1"/>
          </p:nvPr>
        </p:nvSpPr>
        <p:spPr>
          <a:xfrm>
            <a:off x="802747" y="798444"/>
            <a:ext cx="6268622" cy="5257303"/>
          </a:xfrm>
        </p:spPr>
        <p:txBody>
          <a:bodyPr vert="eaVert"/>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804672" y="320040"/>
            <a:ext cx="3657600" cy="320040"/>
          </a:xfrm>
        </p:spPr>
        <p:txBody>
          <a:bodyPr/>
          <a:lstStyle/>
          <a:p>
            <a:fld id="{48A87A34-81AB-432B-8DAE-1953F412C126}" type="datetimeFigureOut">
              <a:rPr lang="en-US" dirty="0"/>
              <a:t>7/7/2025</a:t>
            </a:fld>
            <a:endParaRPr lang="en-US" dirty="0"/>
          </a:p>
        </p:txBody>
      </p:sp>
      <p:sp>
        <p:nvSpPr>
          <p:cNvPr id="5" name="Footer Placeholder 4"/>
          <p:cNvSpPr>
            <a:spLocks noGrp="1"/>
          </p:cNvSpPr>
          <p:nvPr>
            <p:ph type="ftr" sz="quarter" idx="11"/>
          </p:nvPr>
        </p:nvSpPr>
        <p:spPr>
          <a:xfrm>
            <a:off x="804672" y="6227064"/>
            <a:ext cx="10588752" cy="320040"/>
          </a:xfrm>
        </p:spPr>
        <p:txBody>
          <a:body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1707992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91161" y="2358391"/>
            <a:ext cx="3498667" cy="2456485"/>
          </a:xfrm>
          <a:prstGeom prst="rect">
            <a:avLst/>
          </a:prstGeom>
        </p:spPr>
        <p:txBody>
          <a:bodyPr vert="horz" lIns="228600" tIns="228600" rIns="228600" bIns="228600" rtlCol="0" anchor="ctr">
            <a:normAutofit/>
          </a:bodyPr>
          <a:lstStyle/>
          <a:p>
            <a:r>
              <a:rPr lang="en-US" dirty="0"/>
              <a:t>Click to edit Master title style</a:t>
            </a:r>
          </a:p>
        </p:txBody>
      </p:sp>
      <p:sp>
        <p:nvSpPr>
          <p:cNvPr id="3" name="Text Placeholder 2"/>
          <p:cNvSpPr>
            <a:spLocks noGrp="1"/>
          </p:cNvSpPr>
          <p:nvPr>
            <p:ph type="body" idx="1"/>
          </p:nvPr>
        </p:nvSpPr>
        <p:spPr>
          <a:xfrm>
            <a:off x="5434982" y="794719"/>
            <a:ext cx="5950036" cy="5257090"/>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p>
        </p:txBody>
      </p:sp>
      <p:sp>
        <p:nvSpPr>
          <p:cNvPr id="4" name="Date Placeholder 3"/>
          <p:cNvSpPr>
            <a:spLocks noGrp="1"/>
          </p:cNvSpPr>
          <p:nvPr>
            <p:ph type="dt" sz="half" idx="2"/>
          </p:nvPr>
        </p:nvSpPr>
        <p:spPr>
          <a:xfrm>
            <a:off x="804672" y="320040"/>
            <a:ext cx="3657600" cy="320040"/>
          </a:xfrm>
          <a:prstGeom prst="rect">
            <a:avLst/>
          </a:prstGeom>
        </p:spPr>
        <p:txBody>
          <a:bodyPr vert="horz" lIns="91440" tIns="45720" rIns="91440" bIns="45720" rtlCol="0" anchor="ctr"/>
          <a:lstStyle>
            <a:lvl1pPr algn="l">
              <a:defRPr sz="1000">
                <a:solidFill>
                  <a:schemeClr val="tx1">
                    <a:tint val="75000"/>
                  </a:schemeClr>
                </a:solidFill>
              </a:defRPr>
            </a:lvl1pPr>
          </a:lstStyle>
          <a:p>
            <a:fld id="{48A87A34-81AB-432B-8DAE-1953F412C126}" type="datetimeFigureOut">
              <a:rPr lang="en-US" dirty="0"/>
              <a:pPr/>
              <a:t>7/7/2025</a:t>
            </a:fld>
            <a:endParaRPr lang="en-US" dirty="0"/>
          </a:p>
        </p:txBody>
      </p:sp>
      <p:sp>
        <p:nvSpPr>
          <p:cNvPr id="5" name="Footer Placeholder 4"/>
          <p:cNvSpPr>
            <a:spLocks noGrp="1"/>
          </p:cNvSpPr>
          <p:nvPr>
            <p:ph type="ftr" sz="quarter" idx="3"/>
          </p:nvPr>
        </p:nvSpPr>
        <p:spPr>
          <a:xfrm>
            <a:off x="804672" y="6227064"/>
            <a:ext cx="10588752" cy="320040"/>
          </a:xfrm>
          <a:prstGeom prst="rect">
            <a:avLst/>
          </a:prstGeom>
        </p:spPr>
        <p:txBody>
          <a:bodyPr vert="horz" lIns="91440" tIns="45720" rIns="91440" bIns="45720" rtlCol="0" anchor="ctr"/>
          <a:lstStyle>
            <a:lvl1pPr algn="r">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469880" y="320040"/>
            <a:ext cx="914400" cy="320040"/>
          </a:xfrm>
          <a:prstGeom prst="rect">
            <a:avLst/>
          </a:prstGeom>
        </p:spPr>
        <p:txBody>
          <a:bodyPr vert="horz" lIns="91440" tIns="45720" rIns="91440" bIns="45720" rtlCol="0" anchor="ctr"/>
          <a:lstStyle>
            <a:lvl1pPr algn="r">
              <a:defRPr sz="1000">
                <a:solidFill>
                  <a:schemeClr val="tx1">
                    <a:tint val="75000"/>
                  </a:schemeClr>
                </a:solidFill>
              </a:defRPr>
            </a:lvl1pPr>
          </a:lstStyle>
          <a:p>
            <a:fld id="{6D22F896-40B5-4ADD-8801-0D06FADFA095}" type="slidenum">
              <a:rPr lang="en-US" dirty="0"/>
              <a:pPr/>
              <a:t>‹#›</a:t>
            </a:fld>
            <a:endParaRPr lang="en-US" dirty="0"/>
          </a:p>
        </p:txBody>
      </p:sp>
    </p:spTree>
    <p:extLst>
      <p:ext uri="{BB962C8B-B14F-4D97-AF65-F5344CB8AC3E}">
        <p14:creationId xmlns:p14="http://schemas.microsoft.com/office/powerpoint/2010/main" val="1597918036"/>
      </p:ext>
    </p:extLst>
  </p:cSld>
  <p:clrMap bg1="lt1" tx1="dk1" bg2="lt2" tx2="dk2" accent1="accent1" accent2="accent2" accent3="accent3" accent4="accent4" accent5="accent5" accent6="accent6" hlink="hlink" folHlink="folHlink"/>
  <p:sldLayoutIdLst>
    <p:sldLayoutId id="2147483823" r:id="rId1"/>
    <p:sldLayoutId id="2147483824" r:id="rId2"/>
    <p:sldLayoutId id="2147483825" r:id="rId3"/>
    <p:sldLayoutId id="2147483826" r:id="rId4"/>
    <p:sldLayoutId id="2147483827" r:id="rId5"/>
    <p:sldLayoutId id="2147483828" r:id="rId6"/>
    <p:sldLayoutId id="2147483829" r:id="rId7"/>
    <p:sldLayoutId id="2147483830" r:id="rId8"/>
    <p:sldLayoutId id="2147483831" r:id="rId9"/>
    <p:sldLayoutId id="2147483832" r:id="rId10"/>
    <p:sldLayoutId id="2147483833" r:id="rId11"/>
  </p:sldLayoutIdLst>
  <p:txStyles>
    <p:titleStyle>
      <a:lvl1pPr algn="ctr" defTabSz="914400" rtl="0" eaLnBrk="1" latinLnBrk="0" hangingPunct="1">
        <a:lnSpc>
          <a:spcPct val="85000"/>
        </a:lnSpc>
        <a:spcBef>
          <a:spcPct val="0"/>
        </a:spcBef>
        <a:buNone/>
        <a:defRPr sz="4000" b="0" i="0" kern="1200" cap="none" spc="-15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10000"/>
        <a:buFont typeface="Wingdings" panose="05000000000000000000" pitchFamily="2" charset="2"/>
        <a:buChar char="§"/>
        <a:defRPr sz="18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a:extLst>
              <a:ext uri="{FF2B5EF4-FFF2-40B4-BE49-F238E27FC236}">
                <a16:creationId xmlns:a16="http://schemas.microsoft.com/office/drawing/2014/main" id="{A0AD922C-4882-F6B1-9F89-59489B36D410}"/>
              </a:ext>
            </a:extLst>
          </p:cNvPr>
          <p:cNvSpPr txBox="1"/>
          <p:nvPr/>
        </p:nvSpPr>
        <p:spPr>
          <a:xfrm rot="-10800000" flipV="1">
            <a:off x="1882320" y="1009409"/>
            <a:ext cx="9381656" cy="3477875"/>
          </a:xfrm>
          <a:prstGeom prst="rect">
            <a:avLst/>
          </a:prstGeom>
          <a:noFill/>
        </p:spPr>
        <p:txBody>
          <a:bodyPr rot="0" spcFirstLastPara="0" vertOverflow="overflow" horzOverflow="overflow" vert="horz" wrap="square" lIns="91440" tIns="45720" rIns="91440" bIns="45720" numCol="1" spcCol="0" rtlCol="0" fromWordArt="0" anchor="b" anchorCtr="0" forceAA="0" compatLnSpc="1">
            <a:prstTxWarp prst="textNoShape">
              <a:avLst/>
            </a:prstTxWarp>
            <a:spAutoFit/>
          </a:bodyPr>
          <a:lstStyle/>
          <a:p>
            <a:endParaRPr lang="en-US" sz="2000" dirty="0"/>
          </a:p>
          <a:p>
            <a:r>
              <a:rPr lang="en-US" sz="3600" b="1" dirty="0">
                <a:solidFill>
                  <a:schemeClr val="bg1"/>
                </a:solidFill>
                <a:latin typeface="Calibri Light"/>
                <a:ea typeface="Calibri Light"/>
                <a:cs typeface="Calibri Light"/>
              </a:rPr>
              <a:t>Blood Donation Management System </a:t>
            </a:r>
          </a:p>
          <a:p>
            <a:endParaRPr lang="en-US" b="1" dirty="0">
              <a:solidFill>
                <a:srgbClr val="000000"/>
              </a:solidFill>
              <a:latin typeface="Rockwell"/>
              <a:ea typeface="Calibri Light"/>
              <a:cs typeface="Calibri Light"/>
            </a:endParaRPr>
          </a:p>
          <a:p>
            <a:endParaRPr lang="en-US" b="1" dirty="0">
              <a:solidFill>
                <a:srgbClr val="000000"/>
              </a:solidFill>
              <a:latin typeface="Rockwell"/>
              <a:ea typeface="Calibri Light"/>
              <a:cs typeface="Calibri Light"/>
            </a:endParaRPr>
          </a:p>
          <a:p>
            <a:pPr>
              <a:buFont typeface=""/>
              <a:buChar char="•"/>
            </a:pPr>
            <a:endParaRPr lang="en-US" sz="2000" dirty="0">
              <a:solidFill>
                <a:schemeClr val="bg1"/>
              </a:solidFill>
              <a:ea typeface="Calibri Light"/>
              <a:cs typeface="Calibri Light"/>
            </a:endParaRPr>
          </a:p>
          <a:p>
            <a:endParaRPr lang="en-US" dirty="0"/>
          </a:p>
          <a:p>
            <a:endParaRPr lang="en-US" dirty="0"/>
          </a:p>
          <a:p>
            <a:endParaRPr lang="en-US" dirty="0"/>
          </a:p>
          <a:p>
            <a:endParaRPr lang="en-US" dirty="0"/>
          </a:p>
          <a:p>
            <a:endParaRPr lang="en-US" dirty="0"/>
          </a:p>
          <a:p>
            <a:endParaRPr lang="en-US" dirty="0"/>
          </a:p>
        </p:txBody>
      </p:sp>
      <p:pic>
        <p:nvPicPr>
          <p:cNvPr id="6" name="Picture 5" descr="A logo for a college&#10;&#10;AI-generated content may be incorrect.">
            <a:extLst>
              <a:ext uri="{FF2B5EF4-FFF2-40B4-BE49-F238E27FC236}">
                <a16:creationId xmlns:a16="http://schemas.microsoft.com/office/drawing/2014/main" id="{8B972FA3-47FC-273E-65C7-6B99CE98D451}"/>
              </a:ext>
            </a:extLst>
          </p:cNvPr>
          <p:cNvPicPr>
            <a:picLocks noChangeAspect="1"/>
          </p:cNvPicPr>
          <p:nvPr/>
        </p:nvPicPr>
        <p:blipFill>
          <a:blip r:embed="rId3"/>
          <a:stretch>
            <a:fillRect/>
          </a:stretch>
        </p:blipFill>
        <p:spPr>
          <a:xfrm>
            <a:off x="1736656" y="2077762"/>
            <a:ext cx="6377470" cy="3166302"/>
          </a:xfrm>
          <a:prstGeom prst="rect">
            <a:avLst/>
          </a:prstGeom>
        </p:spPr>
      </p:pic>
      <p:sp>
        <p:nvSpPr>
          <p:cNvPr id="7" name="TextBox 6">
            <a:extLst>
              <a:ext uri="{FF2B5EF4-FFF2-40B4-BE49-F238E27FC236}">
                <a16:creationId xmlns:a16="http://schemas.microsoft.com/office/drawing/2014/main" id="{B3A8F641-B060-4A4D-08B4-86EDBBA1463D}"/>
              </a:ext>
            </a:extLst>
          </p:cNvPr>
          <p:cNvSpPr txBox="1"/>
          <p:nvPr/>
        </p:nvSpPr>
        <p:spPr>
          <a:xfrm>
            <a:off x="8411793" y="3733232"/>
            <a:ext cx="2685541" cy="15081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solidFill>
                  <a:schemeClr val="bg1"/>
                </a:solidFill>
              </a:rPr>
              <a:t>Submitted by :</a:t>
            </a:r>
          </a:p>
          <a:p>
            <a:r>
              <a:rPr lang="en-US" dirty="0">
                <a:solidFill>
                  <a:schemeClr val="bg1"/>
                </a:solidFill>
              </a:rPr>
              <a:t>Dixit Shrestha</a:t>
            </a:r>
          </a:p>
          <a:p>
            <a:r>
              <a:rPr lang="en-US" dirty="0" err="1">
                <a:solidFill>
                  <a:schemeClr val="bg1"/>
                </a:solidFill>
              </a:rPr>
              <a:t>Aashish</a:t>
            </a:r>
            <a:r>
              <a:rPr lang="en-US" dirty="0">
                <a:solidFill>
                  <a:schemeClr val="bg1"/>
                </a:solidFill>
              </a:rPr>
              <a:t> </a:t>
            </a:r>
            <a:r>
              <a:rPr lang="en-US" dirty="0" err="1">
                <a:solidFill>
                  <a:schemeClr val="bg1"/>
                </a:solidFill>
              </a:rPr>
              <a:t>Regmi</a:t>
            </a:r>
            <a:endParaRPr lang="en-US" dirty="0">
              <a:solidFill>
                <a:schemeClr val="bg1"/>
              </a:solidFill>
            </a:endParaRPr>
          </a:p>
          <a:p>
            <a:r>
              <a:rPr lang="en-US" dirty="0" err="1">
                <a:solidFill>
                  <a:schemeClr val="bg1"/>
                </a:solidFill>
              </a:rPr>
              <a:t>Ayush</a:t>
            </a:r>
            <a:r>
              <a:rPr lang="en-US" dirty="0">
                <a:solidFill>
                  <a:schemeClr val="bg1"/>
                </a:solidFill>
              </a:rPr>
              <a:t> Shrestha</a:t>
            </a:r>
          </a:p>
          <a:p>
            <a:r>
              <a:rPr lang="en-US" dirty="0" err="1">
                <a:solidFill>
                  <a:schemeClr val="bg1"/>
                </a:solidFill>
              </a:rPr>
              <a:t>Sonish</a:t>
            </a:r>
            <a:r>
              <a:rPr lang="en-US" dirty="0">
                <a:solidFill>
                  <a:schemeClr val="bg1"/>
                </a:solidFill>
              </a:rPr>
              <a:t> </a:t>
            </a:r>
            <a:r>
              <a:rPr lang="en-US" dirty="0" err="1">
                <a:solidFill>
                  <a:schemeClr val="bg1"/>
                </a:solidFill>
              </a:rPr>
              <a:t>Lohani</a:t>
            </a:r>
            <a:endParaRPr lang="en-US" dirty="0">
              <a:solidFill>
                <a:schemeClr val="bg1"/>
              </a:solidFill>
            </a:endParaRPr>
          </a:p>
        </p:txBody>
      </p:sp>
    </p:spTree>
    <p:extLst>
      <p:ext uri="{BB962C8B-B14F-4D97-AF65-F5344CB8AC3E}">
        <p14:creationId xmlns:p14="http://schemas.microsoft.com/office/powerpoint/2010/main" val="10985722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C8048-3DAA-90BB-482B-EA90E7FB9B41}"/>
              </a:ext>
            </a:extLst>
          </p:cNvPr>
          <p:cNvSpPr>
            <a:spLocks noGrp="1"/>
          </p:cNvSpPr>
          <p:nvPr>
            <p:ph type="title"/>
          </p:nvPr>
        </p:nvSpPr>
        <p:spPr/>
        <p:txBody>
          <a:bodyPr/>
          <a:lstStyle/>
          <a:p>
            <a:r>
              <a:rPr lang="en-US">
                <a:ea typeface="Calibri Light"/>
                <a:cs typeface="Calibri Light"/>
              </a:rPr>
              <a:t> Content</a:t>
            </a:r>
            <a:endParaRPr lang="en-US" dirty="0"/>
          </a:p>
        </p:txBody>
      </p:sp>
      <p:sp>
        <p:nvSpPr>
          <p:cNvPr id="3" name="Content Placeholder 2">
            <a:extLst>
              <a:ext uri="{FF2B5EF4-FFF2-40B4-BE49-F238E27FC236}">
                <a16:creationId xmlns:a16="http://schemas.microsoft.com/office/drawing/2014/main" id="{D0E054F4-7C7D-9004-7F22-80EA33A27039}"/>
              </a:ext>
            </a:extLst>
          </p:cNvPr>
          <p:cNvSpPr>
            <a:spLocks noGrp="1"/>
          </p:cNvSpPr>
          <p:nvPr>
            <p:ph idx="1"/>
          </p:nvPr>
        </p:nvSpPr>
        <p:spPr>
          <a:xfrm>
            <a:off x="5118447" y="405621"/>
            <a:ext cx="6281873" cy="5646187"/>
          </a:xfrm>
        </p:spPr>
        <p:txBody>
          <a:bodyPr>
            <a:normAutofit/>
          </a:bodyPr>
          <a:lstStyle/>
          <a:p>
            <a:r>
              <a:rPr lang="en-US"/>
              <a:t>Introduction</a:t>
            </a:r>
          </a:p>
          <a:p>
            <a:r>
              <a:rPr lang="en-US"/>
              <a:t>Problem Statement</a:t>
            </a:r>
          </a:p>
          <a:p>
            <a:r>
              <a:rPr lang="en-US"/>
              <a:t>Objectives</a:t>
            </a:r>
            <a:endParaRPr lang="en-US" dirty="0"/>
          </a:p>
          <a:p>
            <a:r>
              <a:rPr lang="en-US"/>
              <a:t>Literature Review</a:t>
            </a:r>
            <a:endParaRPr lang="en-US" dirty="0"/>
          </a:p>
          <a:p>
            <a:r>
              <a:rPr lang="en-US"/>
              <a:t>Methodology</a:t>
            </a:r>
            <a:endParaRPr lang="en-US" dirty="0"/>
          </a:p>
          <a:p>
            <a:r>
              <a:rPr lang="en-US"/>
              <a:t>Technology used</a:t>
            </a:r>
            <a:endParaRPr lang="en-US" dirty="0"/>
          </a:p>
          <a:p>
            <a:r>
              <a:rPr lang="en-US"/>
              <a:t>ER Diagram</a:t>
            </a:r>
            <a:endParaRPr lang="en-US" dirty="0"/>
          </a:p>
          <a:p>
            <a:r>
              <a:rPr lang="en-US"/>
              <a:t>Use Case Diagram</a:t>
            </a:r>
            <a:endParaRPr lang="en-US" dirty="0"/>
          </a:p>
          <a:p>
            <a:r>
              <a:rPr lang="en-US"/>
              <a:t>Expected Outcome</a:t>
            </a:r>
            <a:endParaRPr lang="en-US" dirty="0"/>
          </a:p>
          <a:p>
            <a:r>
              <a:rPr lang="en-US"/>
              <a:t>Conclusion</a:t>
            </a:r>
            <a:endParaRPr lang="en-US" dirty="0"/>
          </a:p>
          <a:p>
            <a:r>
              <a:rPr lang="en-US"/>
              <a:t>Reference</a:t>
            </a:r>
            <a:endParaRPr lang="en-US" dirty="0"/>
          </a:p>
          <a:p>
            <a:r>
              <a:rPr lang="en-US"/>
              <a:t>Time Estimation</a:t>
            </a:r>
            <a:endParaRPr lang="en-US" dirty="0"/>
          </a:p>
          <a:p>
            <a:endParaRPr lang="en-US" dirty="0"/>
          </a:p>
        </p:txBody>
      </p:sp>
    </p:spTree>
    <p:extLst>
      <p:ext uri="{BB962C8B-B14F-4D97-AF65-F5344CB8AC3E}">
        <p14:creationId xmlns:p14="http://schemas.microsoft.com/office/powerpoint/2010/main" val="334533823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6F708-293D-298E-7CB2-6CE31A428832}"/>
              </a:ext>
            </a:extLst>
          </p:cNvPr>
          <p:cNvSpPr>
            <a:spLocks noGrp="1"/>
          </p:cNvSpPr>
          <p:nvPr>
            <p:ph type="title"/>
          </p:nvPr>
        </p:nvSpPr>
        <p:spPr/>
        <p:txBody>
          <a:bodyPr>
            <a:normAutofit/>
          </a:bodyPr>
          <a:lstStyle/>
          <a:p>
            <a:r>
              <a:rPr lang="en-US" b="1"/>
              <a:t>1. Introduction</a:t>
            </a:r>
            <a:endParaRPr lang="en-US"/>
          </a:p>
        </p:txBody>
      </p:sp>
      <p:sp>
        <p:nvSpPr>
          <p:cNvPr id="3" name="Content Placeholder 2">
            <a:extLst>
              <a:ext uri="{FF2B5EF4-FFF2-40B4-BE49-F238E27FC236}">
                <a16:creationId xmlns:a16="http://schemas.microsoft.com/office/drawing/2014/main" id="{8EEE316F-DD93-B17A-8314-8568C3AF8722}"/>
              </a:ext>
            </a:extLst>
          </p:cNvPr>
          <p:cNvSpPr>
            <a:spLocks noGrp="1"/>
          </p:cNvSpPr>
          <p:nvPr>
            <p:ph idx="1"/>
          </p:nvPr>
        </p:nvSpPr>
        <p:spPr>
          <a:xfrm>
            <a:off x="4587527" y="1893955"/>
            <a:ext cx="7158453" cy="3775767"/>
          </a:xfrm>
        </p:spPr>
        <p:txBody>
          <a:bodyPr vert="horz" lIns="91440" tIns="45720" rIns="91440" bIns="45720" rtlCol="0" anchor="ctr">
            <a:noAutofit/>
          </a:bodyPr>
          <a:lstStyle/>
          <a:p>
            <a:endParaRPr lang="en-US" b="1"/>
          </a:p>
          <a:p>
            <a:pPr>
              <a:buClr>
                <a:srgbClr val="1287C3"/>
              </a:buClr>
            </a:pPr>
            <a:r>
              <a:rPr lang="en-US" sz="2000">
                <a:ea typeface="+mn-lt"/>
                <a:cs typeface="+mn-lt"/>
              </a:rPr>
              <a:t>Blood donation is an essential part of healthcare that helps save millions of lives every year. But current systems are often slow, don’t securely handle donor information, and struggle to connect donors with those in need quickly.</a:t>
            </a:r>
            <a:endParaRPr lang="en-US">
              <a:ea typeface="+mn-lt"/>
              <a:cs typeface="+mn-lt"/>
            </a:endParaRPr>
          </a:p>
          <a:p>
            <a:pPr>
              <a:buClr>
                <a:srgbClr val="1287C3"/>
              </a:buClr>
            </a:pPr>
            <a:r>
              <a:rPr lang="en-US" sz="2000">
                <a:ea typeface="+mn-lt"/>
                <a:cs typeface="+mn-lt"/>
              </a:rPr>
              <a:t>By using modern web technologies, we have the chance to make this process faster, safer, and more efficient.</a:t>
            </a:r>
            <a:endParaRPr lang="en-US"/>
          </a:p>
          <a:p>
            <a:pPr>
              <a:buClr>
                <a:srgbClr val="1287C3"/>
              </a:buClr>
            </a:pPr>
            <a:r>
              <a:rPr lang="en-US" sz="2000">
                <a:ea typeface="+mn-lt"/>
                <a:cs typeface="+mn-lt"/>
              </a:rPr>
              <a:t>Our proposed Blood Donation Website will act as a central platform, making it easier for donors, recipients, and healthcare organizations to connect and solve these challenges smoothly.</a:t>
            </a:r>
            <a:endParaRPr lang="en-US"/>
          </a:p>
          <a:p>
            <a:pPr>
              <a:buClr>
                <a:srgbClr val="1287C3"/>
              </a:buClr>
            </a:pPr>
            <a:endParaRPr lang="en-US" sz="2000" dirty="0"/>
          </a:p>
          <a:p>
            <a:pPr>
              <a:buClr>
                <a:srgbClr val="1287C3"/>
              </a:buClr>
            </a:pPr>
            <a:endParaRPr lang="en-US"/>
          </a:p>
        </p:txBody>
      </p:sp>
      <p:sp>
        <p:nvSpPr>
          <p:cNvPr id="4" name="Date Placeholder 3">
            <a:extLst>
              <a:ext uri="{FF2B5EF4-FFF2-40B4-BE49-F238E27FC236}">
                <a16:creationId xmlns:a16="http://schemas.microsoft.com/office/drawing/2014/main" id="{C12F6F31-C517-7E43-74FC-150F7436BA1A}"/>
              </a:ext>
            </a:extLst>
          </p:cNvPr>
          <p:cNvSpPr>
            <a:spLocks noGrp="1"/>
          </p:cNvSpPr>
          <p:nvPr>
            <p:ph type="dt" sz="half" idx="10"/>
          </p:nvPr>
        </p:nvSpPr>
        <p:spPr/>
        <p:txBody>
          <a:bodyPr/>
          <a:lstStyle/>
          <a:p>
            <a:fld id="{8DFC87F1-85BD-488F-8411-ECC7A8E3614F}" type="datetime1">
              <a:t>7/7/2025</a:t>
            </a:fld>
            <a:endParaRPr lang="en-US"/>
          </a:p>
        </p:txBody>
      </p:sp>
      <p:sp>
        <p:nvSpPr>
          <p:cNvPr id="5" name="Footer Placeholder 4">
            <a:extLst>
              <a:ext uri="{FF2B5EF4-FFF2-40B4-BE49-F238E27FC236}">
                <a16:creationId xmlns:a16="http://schemas.microsoft.com/office/drawing/2014/main" id="{EAE5C522-D5D4-7C3B-B1E2-B6AC8E72F1A3}"/>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1D475A7C-0DCD-53D5-AAC9-0DC580C91D5E}"/>
              </a:ext>
            </a:extLst>
          </p:cNvPr>
          <p:cNvSpPr>
            <a:spLocks noGrp="1"/>
          </p:cNvSpPr>
          <p:nvPr>
            <p:ph type="sldNum" sz="quarter" idx="12"/>
          </p:nvPr>
        </p:nvSpPr>
        <p:spPr/>
        <p:txBody>
          <a:bodyPr/>
          <a:lstStyle/>
          <a:p>
            <a:fld id="{196A61CA-0502-4EE4-9724-96EA822543E5}" type="slidenum">
              <a:rPr lang="en-US" dirty="0"/>
              <a:t>3</a:t>
            </a:fld>
            <a:endParaRPr lang="en-US"/>
          </a:p>
        </p:txBody>
      </p:sp>
    </p:spTree>
    <p:extLst>
      <p:ext uri="{BB962C8B-B14F-4D97-AF65-F5344CB8AC3E}">
        <p14:creationId xmlns:p14="http://schemas.microsoft.com/office/powerpoint/2010/main" val="31335978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FAEC9-4CB0-8342-7C46-B6DD47933E81}"/>
              </a:ext>
            </a:extLst>
          </p:cNvPr>
          <p:cNvSpPr>
            <a:spLocks noGrp="1"/>
          </p:cNvSpPr>
          <p:nvPr>
            <p:ph type="title"/>
          </p:nvPr>
        </p:nvSpPr>
        <p:spPr/>
        <p:txBody>
          <a:bodyPr>
            <a:normAutofit/>
          </a:bodyPr>
          <a:lstStyle/>
          <a:p>
            <a:r>
              <a:rPr lang="en-US" b="1" dirty="0"/>
              <a:t>2. Problem Statement</a:t>
            </a:r>
            <a:endParaRPr lang="en-US" dirty="0"/>
          </a:p>
        </p:txBody>
      </p:sp>
      <p:sp>
        <p:nvSpPr>
          <p:cNvPr id="3" name="Content Placeholder 2">
            <a:extLst>
              <a:ext uri="{FF2B5EF4-FFF2-40B4-BE49-F238E27FC236}">
                <a16:creationId xmlns:a16="http://schemas.microsoft.com/office/drawing/2014/main" id="{2ED11045-2031-84A0-7D93-B2C57AE21D1F}"/>
              </a:ext>
            </a:extLst>
          </p:cNvPr>
          <p:cNvSpPr>
            <a:spLocks noGrp="1"/>
          </p:cNvSpPr>
          <p:nvPr>
            <p:ph idx="1"/>
          </p:nvPr>
        </p:nvSpPr>
        <p:spPr>
          <a:xfrm>
            <a:off x="4583110" y="555928"/>
            <a:ext cx="7265353" cy="5748131"/>
          </a:xfrm>
        </p:spPr>
        <p:txBody>
          <a:bodyPr vert="horz" lIns="91440" tIns="45720" rIns="91440" bIns="45720" rtlCol="0" anchor="ctr">
            <a:noAutofit/>
          </a:bodyPr>
          <a:lstStyle/>
          <a:p>
            <a:endParaRPr lang="en-US" b="1"/>
          </a:p>
          <a:p>
            <a:pPr>
              <a:buClr>
                <a:srgbClr val="1287C3"/>
              </a:buClr>
            </a:pPr>
            <a:r>
              <a:rPr lang="en-US" sz="2000">
                <a:ea typeface="+mn-lt"/>
                <a:cs typeface="+mn-lt"/>
              </a:rPr>
              <a:t>Current blood donation systems face several challenges:</a:t>
            </a:r>
            <a:endParaRPr lang="en-US" sz="2000"/>
          </a:p>
          <a:p>
            <a:pPr>
              <a:buClr>
                <a:srgbClr val="1287C3"/>
              </a:buClr>
            </a:pPr>
            <a:r>
              <a:rPr lang="en-US" sz="2000" b="1">
                <a:ea typeface="+mn-lt"/>
                <a:cs typeface="+mn-lt"/>
              </a:rPr>
              <a:t>Matching Problems:</a:t>
            </a:r>
            <a:r>
              <a:rPr lang="en-US" sz="2000">
                <a:ea typeface="+mn-lt"/>
                <a:cs typeface="+mn-lt"/>
              </a:rPr>
              <a:t> Many systems don’t offer real-time updates or location-based searches, leading to delays in emergencies.</a:t>
            </a:r>
            <a:endParaRPr lang="en-US" sz="2000"/>
          </a:p>
          <a:p>
            <a:pPr>
              <a:buClr>
                <a:srgbClr val="1287C3"/>
              </a:buClr>
            </a:pPr>
            <a:r>
              <a:rPr lang="en-US" sz="2000" b="1">
                <a:ea typeface="+mn-lt"/>
                <a:cs typeface="+mn-lt"/>
              </a:rPr>
              <a:t>Limited Features:</a:t>
            </a:r>
            <a:r>
              <a:rPr lang="en-US" sz="2000">
                <a:ea typeface="+mn-lt"/>
                <a:cs typeface="+mn-lt"/>
              </a:rPr>
              <a:t> Most platforms only focus on specific tasks instead of offering a complete solution.</a:t>
            </a:r>
            <a:endParaRPr lang="en-US" sz="2000"/>
          </a:p>
          <a:p>
            <a:pPr>
              <a:buClr>
                <a:srgbClr val="1287C3"/>
              </a:buClr>
            </a:pPr>
            <a:r>
              <a:rPr lang="en-US" sz="2000" b="1">
                <a:ea typeface="+mn-lt"/>
                <a:cs typeface="+mn-lt"/>
              </a:rPr>
              <a:t>Low Donor Interest:</a:t>
            </a:r>
            <a:r>
              <a:rPr lang="en-US" sz="2000">
                <a:ea typeface="+mn-lt"/>
                <a:cs typeface="+mn-lt"/>
              </a:rPr>
              <a:t> Outdated designs and a lack of awareness fail to keep donors engaged.</a:t>
            </a:r>
            <a:endParaRPr lang="en-US" sz="2000"/>
          </a:p>
          <a:p>
            <a:pPr>
              <a:buClr>
                <a:srgbClr val="1287C3"/>
              </a:buClr>
            </a:pPr>
            <a:r>
              <a:rPr lang="en-US" sz="2000" b="1">
                <a:ea typeface="+mn-lt"/>
                <a:cs typeface="+mn-lt"/>
              </a:rPr>
              <a:t>Data Safety Issues:</a:t>
            </a:r>
            <a:r>
              <a:rPr lang="en-US" sz="2000">
                <a:ea typeface="+mn-lt"/>
                <a:cs typeface="+mn-lt"/>
              </a:rPr>
              <a:t> Weak security measures make users hesitant to share their personal information.</a:t>
            </a:r>
            <a:endParaRPr lang="en-US" sz="2000"/>
          </a:p>
          <a:p>
            <a:pPr>
              <a:buClr>
                <a:srgbClr val="1287C3"/>
              </a:buClr>
            </a:pPr>
            <a:r>
              <a:rPr lang="en-US" sz="2000">
                <a:ea typeface="+mn-lt"/>
                <a:cs typeface="+mn-lt"/>
              </a:rPr>
              <a:t>Our project aims to solve these issues by creating a platform that’s simple, efficient, secure, and easy to use for everyone.</a:t>
            </a:r>
            <a:endParaRPr lang="en-US" sz="2000"/>
          </a:p>
          <a:p>
            <a:pPr>
              <a:buClr>
                <a:srgbClr val="1287C3"/>
              </a:buClr>
            </a:pPr>
            <a:endParaRPr lang="en-US" dirty="0"/>
          </a:p>
          <a:p>
            <a:pPr>
              <a:buClr>
                <a:srgbClr val="1287C3"/>
              </a:buClr>
            </a:pPr>
            <a:endParaRPr lang="en-US"/>
          </a:p>
        </p:txBody>
      </p:sp>
    </p:spTree>
    <p:extLst>
      <p:ext uri="{BB962C8B-B14F-4D97-AF65-F5344CB8AC3E}">
        <p14:creationId xmlns:p14="http://schemas.microsoft.com/office/powerpoint/2010/main" val="129296378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4FBF5B-8C32-F726-C6D3-724E214D7CD1}"/>
              </a:ext>
            </a:extLst>
          </p:cNvPr>
          <p:cNvSpPr>
            <a:spLocks noGrp="1"/>
          </p:cNvSpPr>
          <p:nvPr>
            <p:ph type="title"/>
          </p:nvPr>
        </p:nvSpPr>
        <p:spPr/>
        <p:txBody>
          <a:bodyPr>
            <a:normAutofit/>
          </a:bodyPr>
          <a:lstStyle/>
          <a:p>
            <a:r>
              <a:rPr lang="en-US" b="1" dirty="0"/>
              <a:t>3. Objectives</a:t>
            </a:r>
            <a:endParaRPr lang="en-US" dirty="0"/>
          </a:p>
        </p:txBody>
      </p:sp>
      <p:sp>
        <p:nvSpPr>
          <p:cNvPr id="3" name="Content Placeholder 2">
            <a:extLst>
              <a:ext uri="{FF2B5EF4-FFF2-40B4-BE49-F238E27FC236}">
                <a16:creationId xmlns:a16="http://schemas.microsoft.com/office/drawing/2014/main" id="{1C3B57D2-0F27-BC48-EDD3-D01CE48FD31F}"/>
              </a:ext>
            </a:extLst>
          </p:cNvPr>
          <p:cNvSpPr>
            <a:spLocks noGrp="1"/>
          </p:cNvSpPr>
          <p:nvPr>
            <p:ph idx="1"/>
          </p:nvPr>
        </p:nvSpPr>
        <p:spPr>
          <a:xfrm>
            <a:off x="4731092" y="292652"/>
            <a:ext cx="6860279" cy="5752548"/>
          </a:xfrm>
        </p:spPr>
        <p:txBody>
          <a:bodyPr vert="horz" lIns="91440" tIns="45720" rIns="91440" bIns="45720" rtlCol="0" anchor="ctr">
            <a:noAutofit/>
          </a:bodyPr>
          <a:lstStyle/>
          <a:p>
            <a:endParaRPr lang="en-US" b="1" dirty="0"/>
          </a:p>
          <a:p>
            <a:pPr>
              <a:buClr>
                <a:srgbClr val="1287C3"/>
              </a:buClr>
            </a:pPr>
            <a:r>
              <a:rPr lang="en-US" sz="2000" dirty="0">
                <a:ea typeface="+mn-lt"/>
                <a:cs typeface="+mn-lt"/>
              </a:rPr>
              <a:t>The primary objectives of this project include</a:t>
            </a:r>
            <a:r>
              <a:rPr lang="en-US" sz="2000" dirty="0" smtClean="0">
                <a:ea typeface="+mn-lt"/>
                <a:cs typeface="+mn-lt"/>
              </a:rPr>
              <a:t>:</a:t>
            </a:r>
            <a:endParaRPr lang="en-US" sz="2000" dirty="0" smtClean="0"/>
          </a:p>
          <a:p>
            <a:pPr>
              <a:buClr>
                <a:srgbClr val="1287C3"/>
              </a:buClr>
            </a:pPr>
            <a:r>
              <a:rPr lang="en-US" sz="2000" b="1" dirty="0" smtClean="0">
                <a:ea typeface="+mn-lt"/>
                <a:cs typeface="+mn-lt"/>
              </a:rPr>
              <a:t>Efficient Donor-Recipient Matching: </a:t>
            </a:r>
            <a:r>
              <a:rPr lang="en-US" sz="2000" dirty="0" smtClean="0">
                <a:ea typeface="+mn-lt"/>
                <a:cs typeface="+mn-lt"/>
              </a:rPr>
              <a:t>To build a platform that matches donors and recipients based on location, blood type, and urgency.</a:t>
            </a:r>
            <a:endParaRPr lang="en-US" sz="2000" dirty="0" smtClean="0"/>
          </a:p>
          <a:p>
            <a:pPr>
              <a:buClr>
                <a:srgbClr val="1287C3"/>
              </a:buClr>
            </a:pPr>
            <a:r>
              <a:rPr lang="en-US" sz="2000" b="1" dirty="0" smtClean="0">
                <a:ea typeface="+mn-lt"/>
                <a:cs typeface="+mn-lt"/>
              </a:rPr>
              <a:t>Promote </a:t>
            </a:r>
            <a:r>
              <a:rPr lang="en-US" sz="2000" b="1" dirty="0">
                <a:ea typeface="+mn-lt"/>
                <a:cs typeface="+mn-lt"/>
              </a:rPr>
              <a:t>Donor Participation</a:t>
            </a:r>
            <a:r>
              <a:rPr lang="en-US" sz="2000" b="1" dirty="0" smtClean="0">
                <a:ea typeface="+mn-lt"/>
                <a:cs typeface="+mn-lt"/>
              </a:rPr>
              <a:t>: </a:t>
            </a:r>
            <a:r>
              <a:rPr lang="en-US" sz="2000" dirty="0" smtClean="0">
                <a:ea typeface="+mn-lt"/>
                <a:cs typeface="+mn-lt"/>
              </a:rPr>
              <a:t>To </a:t>
            </a:r>
            <a:r>
              <a:rPr lang="en-US" sz="2000" dirty="0">
                <a:ea typeface="+mn-lt"/>
                <a:cs typeface="+mn-lt"/>
              </a:rPr>
              <a:t>e</a:t>
            </a:r>
            <a:r>
              <a:rPr lang="en-US" sz="2000" dirty="0" smtClean="0">
                <a:ea typeface="+mn-lt"/>
                <a:cs typeface="+mn-lt"/>
              </a:rPr>
              <a:t>ncourage </a:t>
            </a:r>
            <a:r>
              <a:rPr lang="en-US" sz="2000" dirty="0">
                <a:ea typeface="+mn-lt"/>
                <a:cs typeface="+mn-lt"/>
              </a:rPr>
              <a:t>regular donations with educational resources, timely notifications, and engagement features.</a:t>
            </a:r>
            <a:endParaRPr lang="en-US" sz="2000" dirty="0"/>
          </a:p>
          <a:p>
            <a:pPr>
              <a:buClr>
                <a:srgbClr val="1287C3"/>
              </a:buClr>
            </a:pPr>
            <a:r>
              <a:rPr lang="en-US" sz="2000" b="1" dirty="0">
                <a:ea typeface="+mn-lt"/>
                <a:cs typeface="+mn-lt"/>
              </a:rPr>
              <a:t>Support Healthcare Organizations</a:t>
            </a:r>
            <a:r>
              <a:rPr lang="en-US" sz="2000" b="1" dirty="0" smtClean="0">
                <a:ea typeface="+mn-lt"/>
                <a:cs typeface="+mn-lt"/>
              </a:rPr>
              <a:t>: </a:t>
            </a:r>
            <a:r>
              <a:rPr lang="en-US" sz="2000" dirty="0" smtClean="0">
                <a:ea typeface="+mn-lt"/>
                <a:cs typeface="+mn-lt"/>
              </a:rPr>
              <a:t>To enable </a:t>
            </a:r>
            <a:r>
              <a:rPr lang="en-US" sz="2000" dirty="0">
                <a:ea typeface="+mn-lt"/>
                <a:cs typeface="+mn-lt"/>
              </a:rPr>
              <a:t>the organization and promotion of blood donation drives.</a:t>
            </a:r>
            <a:endParaRPr lang="en-US" sz="2000" dirty="0"/>
          </a:p>
          <a:p>
            <a:pPr>
              <a:buClr>
                <a:srgbClr val="1287C3"/>
              </a:buClr>
            </a:pPr>
            <a:r>
              <a:rPr lang="en-US" sz="2000" b="1" dirty="0">
                <a:ea typeface="+mn-lt"/>
                <a:cs typeface="+mn-lt"/>
              </a:rPr>
              <a:t>Ensure Secure Data Management:</a:t>
            </a:r>
            <a:r>
              <a:rPr lang="en-US" sz="2000" dirty="0">
                <a:ea typeface="+mn-lt"/>
                <a:cs typeface="+mn-lt"/>
              </a:rPr>
              <a:t> </a:t>
            </a:r>
            <a:r>
              <a:rPr lang="en-US" sz="2000" dirty="0" smtClean="0">
                <a:ea typeface="+mn-lt"/>
                <a:cs typeface="+mn-lt"/>
              </a:rPr>
              <a:t>To use </a:t>
            </a:r>
            <a:r>
              <a:rPr lang="en-US" sz="2000" dirty="0">
                <a:ea typeface="+mn-lt"/>
                <a:cs typeface="+mn-lt"/>
              </a:rPr>
              <a:t>robust encryption and secure databases to protect sensitive user information.</a:t>
            </a:r>
            <a:endParaRPr lang="en-US" sz="2000" dirty="0"/>
          </a:p>
          <a:p>
            <a:pPr>
              <a:buClr>
                <a:srgbClr val="1287C3"/>
              </a:buClr>
            </a:pPr>
            <a:r>
              <a:rPr lang="en-US" sz="2000" b="1" dirty="0">
                <a:ea typeface="+mn-lt"/>
                <a:cs typeface="+mn-lt"/>
              </a:rPr>
              <a:t>Accessibility:</a:t>
            </a:r>
            <a:r>
              <a:rPr lang="en-US" sz="2000" dirty="0">
                <a:ea typeface="+mn-lt"/>
                <a:cs typeface="+mn-lt"/>
              </a:rPr>
              <a:t> </a:t>
            </a:r>
            <a:r>
              <a:rPr lang="en-US" sz="2000" dirty="0" smtClean="0">
                <a:ea typeface="+mn-lt"/>
                <a:cs typeface="+mn-lt"/>
              </a:rPr>
              <a:t>To develop </a:t>
            </a:r>
            <a:r>
              <a:rPr lang="en-US" sz="2000" dirty="0">
                <a:ea typeface="+mn-lt"/>
                <a:cs typeface="+mn-lt"/>
              </a:rPr>
              <a:t>a responsive, user-friendly platform accessible across multiple devices.</a:t>
            </a:r>
            <a:endParaRPr lang="en-US" sz="2000" dirty="0"/>
          </a:p>
          <a:p>
            <a:pPr>
              <a:buClr>
                <a:srgbClr val="1287C3"/>
              </a:buClr>
            </a:pPr>
            <a:endParaRPr lang="en-US" dirty="0"/>
          </a:p>
        </p:txBody>
      </p:sp>
    </p:spTree>
    <p:extLst>
      <p:ext uri="{BB962C8B-B14F-4D97-AF65-F5344CB8AC3E}">
        <p14:creationId xmlns:p14="http://schemas.microsoft.com/office/powerpoint/2010/main" val="105134898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5F206F-1257-8E9F-D793-6C4B803D7497}"/>
              </a:ext>
            </a:extLst>
          </p:cNvPr>
          <p:cNvSpPr>
            <a:spLocks noGrp="1"/>
          </p:cNvSpPr>
          <p:nvPr>
            <p:ph type="title"/>
          </p:nvPr>
        </p:nvSpPr>
        <p:spPr>
          <a:xfrm>
            <a:off x="1088071" y="-269240"/>
            <a:ext cx="10018713" cy="1752599"/>
          </a:xfrm>
        </p:spPr>
        <p:txBody>
          <a:bodyPr>
            <a:normAutofit/>
          </a:bodyPr>
          <a:lstStyle/>
          <a:p>
            <a:r>
              <a:rPr lang="en-US" b="1"/>
              <a:t>4. Literature Review</a:t>
            </a:r>
            <a:endParaRPr lang="en-US"/>
          </a:p>
        </p:txBody>
      </p:sp>
      <p:sp>
        <p:nvSpPr>
          <p:cNvPr id="3" name="Content Placeholder 2">
            <a:extLst>
              <a:ext uri="{FF2B5EF4-FFF2-40B4-BE49-F238E27FC236}">
                <a16:creationId xmlns:a16="http://schemas.microsoft.com/office/drawing/2014/main" id="{50900F53-C8D6-9212-89C2-29190D31A1AB}"/>
              </a:ext>
            </a:extLst>
          </p:cNvPr>
          <p:cNvSpPr>
            <a:spLocks noGrp="1"/>
          </p:cNvSpPr>
          <p:nvPr>
            <p:ph idx="1"/>
          </p:nvPr>
        </p:nvSpPr>
        <p:spPr>
          <a:xfrm>
            <a:off x="4603430" y="-5081"/>
            <a:ext cx="7021513" cy="6741161"/>
          </a:xfrm>
        </p:spPr>
        <p:txBody>
          <a:bodyPr>
            <a:normAutofit fontScale="77500" lnSpcReduction="20000"/>
          </a:bodyPr>
          <a:lstStyle/>
          <a:p>
            <a:endParaRPr lang="en-US" sz="2000" b="1" dirty="0"/>
          </a:p>
          <a:p>
            <a:pPr>
              <a:buClr>
                <a:srgbClr val="1287C3"/>
              </a:buClr>
            </a:pPr>
            <a:r>
              <a:rPr lang="en-US" sz="2000">
                <a:ea typeface="+mn-lt"/>
                <a:cs typeface="+mn-lt"/>
              </a:rPr>
              <a:t>Several existing systems have been studied to identify their strengths and limitations:</a:t>
            </a:r>
            <a:endParaRPr lang="en-US" sz="2000"/>
          </a:p>
          <a:p>
            <a:pPr>
              <a:buClr>
                <a:srgbClr val="1287C3"/>
              </a:buClr>
            </a:pPr>
            <a:r>
              <a:rPr lang="en-US" sz="2000" b="1"/>
              <a:t>Examples of Existing Systems:</a:t>
            </a:r>
            <a:endParaRPr lang="en-US" sz="2000"/>
          </a:p>
          <a:p>
            <a:r>
              <a:rPr lang="en-US" sz="2000" b="1" dirty="0">
                <a:ea typeface="+mn-lt"/>
                <a:cs typeface="+mn-lt"/>
              </a:rPr>
              <a:t>Blood Donor Connect</a:t>
            </a:r>
            <a:endParaRPr lang="en-US" sz="2000"/>
          </a:p>
          <a:p>
            <a:pPr lvl="1">
              <a:buClr>
                <a:srgbClr val="1287C3"/>
              </a:buClr>
            </a:pPr>
            <a:r>
              <a:rPr lang="en-US" sz="2000">
                <a:ea typeface="+mn-lt"/>
                <a:cs typeface="+mn-lt"/>
              </a:rPr>
              <a:t>Features: Simple interface with basic donor search functionality.</a:t>
            </a:r>
            <a:endParaRPr lang="en-US" sz="2000" dirty="0"/>
          </a:p>
          <a:p>
            <a:pPr lvl="1">
              <a:buClr>
                <a:srgbClr val="1287C3"/>
              </a:buClr>
            </a:pPr>
            <a:r>
              <a:rPr lang="en-US" sz="2000">
                <a:ea typeface="+mn-lt"/>
                <a:cs typeface="+mn-lt"/>
              </a:rPr>
              <a:t>Drawbacks: Lacks real-time notifications and emergency handling capabilities.</a:t>
            </a:r>
            <a:endParaRPr lang="en-US" sz="2000" dirty="0"/>
          </a:p>
          <a:p>
            <a:r>
              <a:rPr lang="en-US" sz="2000" b="1">
                <a:ea typeface="+mn-lt"/>
                <a:cs typeface="+mn-lt"/>
              </a:rPr>
              <a:t>Red Cross Blood Donation App</a:t>
            </a:r>
            <a:endParaRPr lang="en-US" sz="2000"/>
          </a:p>
          <a:p>
            <a:pPr lvl="1">
              <a:buClr>
                <a:srgbClr val="1287C3"/>
              </a:buClr>
            </a:pPr>
            <a:r>
              <a:rPr lang="en-US" sz="2000">
                <a:ea typeface="+mn-lt"/>
                <a:cs typeface="+mn-lt"/>
              </a:rPr>
              <a:t>Features: Appointment scheduling, donation history tracking.</a:t>
            </a:r>
            <a:endParaRPr lang="en-US" sz="2000" dirty="0"/>
          </a:p>
          <a:p>
            <a:pPr lvl="1">
              <a:buClr>
                <a:srgbClr val="1287C3"/>
              </a:buClr>
            </a:pPr>
            <a:r>
              <a:rPr lang="en-US" sz="2000">
                <a:ea typeface="+mn-lt"/>
                <a:cs typeface="+mn-lt"/>
              </a:rPr>
              <a:t>Drawbacks: Limited to the U.S.; lacks geolocation-based donor-recipient matching.</a:t>
            </a:r>
            <a:endParaRPr lang="en-US" sz="2000" dirty="0"/>
          </a:p>
          <a:p>
            <a:r>
              <a:rPr lang="en-US" sz="2000" b="1" err="1">
                <a:ea typeface="+mn-lt"/>
                <a:cs typeface="+mn-lt"/>
              </a:rPr>
              <a:t>BloodLink</a:t>
            </a:r>
            <a:r>
              <a:rPr lang="en-US" sz="2000" b="1" dirty="0">
                <a:ea typeface="+mn-lt"/>
                <a:cs typeface="+mn-lt"/>
              </a:rPr>
              <a:t> Mobile App</a:t>
            </a:r>
            <a:endParaRPr lang="en-US" sz="2000"/>
          </a:p>
          <a:p>
            <a:pPr lvl="1">
              <a:buClr>
                <a:srgbClr val="1287C3"/>
              </a:buClr>
            </a:pPr>
            <a:r>
              <a:rPr lang="en-US" sz="2000">
                <a:ea typeface="+mn-lt"/>
                <a:cs typeface="+mn-lt"/>
              </a:rPr>
              <a:t>Features: Geolocation-based matching for emergencies.</a:t>
            </a:r>
            <a:endParaRPr lang="en-US" sz="2000" dirty="0"/>
          </a:p>
          <a:p>
            <a:pPr lvl="1">
              <a:buClr>
                <a:srgbClr val="1287C3"/>
              </a:buClr>
            </a:pPr>
            <a:r>
              <a:rPr lang="en-US" sz="2000">
                <a:ea typeface="+mn-lt"/>
                <a:cs typeface="+mn-lt"/>
              </a:rPr>
              <a:t>Drawbacks: Limited scalability and absence of advanced analytics.</a:t>
            </a:r>
            <a:endParaRPr lang="en-US" sz="2000" dirty="0"/>
          </a:p>
          <a:p>
            <a:r>
              <a:rPr lang="en-US" sz="2000" b="1" dirty="0">
                <a:ea typeface="+mn-lt"/>
                <a:cs typeface="+mn-lt"/>
              </a:rPr>
              <a:t>SMS-Based Blood Donation </a:t>
            </a:r>
            <a:r>
              <a:rPr lang="en-US" sz="2000" b="1">
                <a:ea typeface="+mn-lt"/>
                <a:cs typeface="+mn-lt"/>
              </a:rPr>
              <a:t>System</a:t>
            </a:r>
            <a:endParaRPr lang="en-US" sz="2000"/>
          </a:p>
          <a:p>
            <a:pPr lvl="1">
              <a:buClr>
                <a:srgbClr val="1287C3"/>
              </a:buClr>
            </a:pPr>
            <a:r>
              <a:rPr lang="en-US" sz="2000">
                <a:ea typeface="+mn-lt"/>
                <a:cs typeface="+mn-lt"/>
              </a:rPr>
              <a:t>Features: Simple alerts via SMS.</a:t>
            </a:r>
            <a:endParaRPr lang="en-US" sz="2000" dirty="0"/>
          </a:p>
          <a:p>
            <a:pPr lvl="1">
              <a:buClr>
                <a:srgbClr val="1287C3"/>
              </a:buClr>
            </a:pPr>
            <a:r>
              <a:rPr lang="en-US" sz="2000">
                <a:ea typeface="+mn-lt"/>
                <a:cs typeface="+mn-lt"/>
              </a:rPr>
              <a:t>Drawbacks: No integration with apps, no real-time updates or modern features.</a:t>
            </a:r>
            <a:endParaRPr lang="en-US" sz="2000" dirty="0"/>
          </a:p>
          <a:p>
            <a:pPr lvl="1">
              <a:buClr>
                <a:srgbClr val="1287C3"/>
              </a:buClr>
            </a:pPr>
            <a:endParaRPr lang="en-US" sz="2000" dirty="0"/>
          </a:p>
        </p:txBody>
      </p:sp>
      <p:sp>
        <p:nvSpPr>
          <p:cNvPr id="4" name="TextBox 3">
            <a:extLst>
              <a:ext uri="{FF2B5EF4-FFF2-40B4-BE49-F238E27FC236}">
                <a16:creationId xmlns:a16="http://schemas.microsoft.com/office/drawing/2014/main" id="{C0E4071E-BE22-06B8-AA5B-77B92B9C689C}"/>
              </a:ext>
            </a:extLst>
          </p:cNvPr>
          <p:cNvSpPr txBox="1"/>
          <p:nvPr/>
        </p:nvSpPr>
        <p:spPr>
          <a:xfrm>
            <a:off x="1107440" y="2654300"/>
            <a:ext cx="3185160"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b="1" dirty="0">
                <a:solidFill>
                  <a:schemeClr val="bg1"/>
                </a:solidFill>
                <a:latin typeface="Calibri Light"/>
                <a:ea typeface="Calibri Light"/>
                <a:cs typeface="Calibri Light"/>
              </a:rPr>
              <a:t>4.Literature Review</a:t>
            </a:r>
          </a:p>
        </p:txBody>
      </p:sp>
    </p:spTree>
    <p:extLst>
      <p:ext uri="{BB962C8B-B14F-4D97-AF65-F5344CB8AC3E}">
        <p14:creationId xmlns:p14="http://schemas.microsoft.com/office/powerpoint/2010/main" val="28602028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427CB-B78E-3BA3-56B6-30443675C8D6}"/>
              </a:ext>
            </a:extLst>
          </p:cNvPr>
          <p:cNvSpPr>
            <a:spLocks noGrp="1"/>
          </p:cNvSpPr>
          <p:nvPr>
            <p:ph type="title"/>
          </p:nvPr>
        </p:nvSpPr>
        <p:spPr/>
        <p:txBody>
          <a:bodyPr>
            <a:normAutofit/>
          </a:bodyPr>
          <a:lstStyle/>
          <a:p>
            <a:r>
              <a:rPr lang="en-US" b="1" dirty="0"/>
              <a:t>Gaps Identified:</a:t>
            </a:r>
            <a:endParaRPr lang="en-US" dirty="0"/>
          </a:p>
        </p:txBody>
      </p:sp>
      <p:sp>
        <p:nvSpPr>
          <p:cNvPr id="3" name="Content Placeholder 2">
            <a:extLst>
              <a:ext uri="{FF2B5EF4-FFF2-40B4-BE49-F238E27FC236}">
                <a16:creationId xmlns:a16="http://schemas.microsoft.com/office/drawing/2014/main" id="{02344D94-B745-4ACD-8BE8-82F5F43732FC}"/>
              </a:ext>
            </a:extLst>
          </p:cNvPr>
          <p:cNvSpPr>
            <a:spLocks noGrp="1"/>
          </p:cNvSpPr>
          <p:nvPr>
            <p:ph idx="1"/>
          </p:nvPr>
        </p:nvSpPr>
        <p:spPr>
          <a:xfrm>
            <a:off x="4731092" y="1341782"/>
            <a:ext cx="6771931" cy="4107070"/>
          </a:xfrm>
        </p:spPr>
        <p:txBody>
          <a:bodyPr>
            <a:normAutofit/>
          </a:bodyPr>
          <a:lstStyle/>
          <a:p>
            <a:pPr lvl="1"/>
            <a:endParaRPr lang="en-US" b="1" dirty="0"/>
          </a:p>
          <a:p>
            <a:pPr>
              <a:buClr>
                <a:srgbClr val="1287C3"/>
              </a:buClr>
            </a:pPr>
            <a:r>
              <a:rPr lang="en-US" sz="2000">
                <a:ea typeface="+mn-lt"/>
                <a:cs typeface="+mn-lt"/>
              </a:rPr>
              <a:t>There are no advanced tools to match donors and recipients in real-time based on their location.</a:t>
            </a:r>
          </a:p>
          <a:p>
            <a:pPr>
              <a:buClr>
                <a:srgbClr val="1287C3"/>
              </a:buClr>
            </a:pPr>
            <a:r>
              <a:rPr lang="en-US" sz="2000">
                <a:ea typeface="+mn-lt"/>
                <a:cs typeface="+mn-lt"/>
              </a:rPr>
              <a:t>The system struggles to expand globally and handle a large number of users efficiently.</a:t>
            </a:r>
          </a:p>
          <a:p>
            <a:pPr>
              <a:buClr>
                <a:srgbClr val="1287C3"/>
              </a:buClr>
            </a:pPr>
            <a:r>
              <a:rPr lang="en-US" sz="2000">
                <a:ea typeface="+mn-lt"/>
                <a:cs typeface="+mn-lt"/>
              </a:rPr>
              <a:t>The outdated design and user experience make it less appealing for donors to stay engaged.</a:t>
            </a:r>
          </a:p>
          <a:p>
            <a:pPr>
              <a:buClr>
                <a:srgbClr val="1287C3"/>
              </a:buClr>
            </a:pPr>
            <a:r>
              <a:rPr lang="en-US" sz="2000">
                <a:ea typeface="+mn-lt"/>
                <a:cs typeface="+mn-lt"/>
              </a:rPr>
              <a:t>There aren’t enough reliable tools to handle emergencies quickly or to manage data securely.</a:t>
            </a:r>
          </a:p>
          <a:p>
            <a:pPr>
              <a:buClr>
                <a:srgbClr val="1287C3"/>
              </a:buClr>
            </a:pPr>
            <a:endParaRPr lang="en-US" sz="2000" dirty="0"/>
          </a:p>
          <a:p>
            <a:pPr>
              <a:buClr>
                <a:srgbClr val="1287C3"/>
              </a:buClr>
            </a:pPr>
            <a:endParaRPr lang="en-US" sz="600" dirty="0"/>
          </a:p>
          <a:p>
            <a:pPr>
              <a:buClr>
                <a:srgbClr val="1287C3"/>
              </a:buClr>
            </a:pPr>
            <a:endParaRPr lang="en-US" dirty="0"/>
          </a:p>
        </p:txBody>
      </p:sp>
    </p:spTree>
    <p:extLst>
      <p:ext uri="{BB962C8B-B14F-4D97-AF65-F5344CB8AC3E}">
        <p14:creationId xmlns:p14="http://schemas.microsoft.com/office/powerpoint/2010/main" val="168692580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A693D-D2C3-B765-F4AC-D0A3318A5E74}"/>
              </a:ext>
            </a:extLst>
          </p:cNvPr>
          <p:cNvSpPr>
            <a:spLocks noGrp="1"/>
          </p:cNvSpPr>
          <p:nvPr>
            <p:ph type="title"/>
          </p:nvPr>
        </p:nvSpPr>
        <p:spPr>
          <a:xfrm>
            <a:off x="935671" y="-543560"/>
            <a:ext cx="10018713" cy="1752599"/>
          </a:xfrm>
        </p:spPr>
        <p:txBody>
          <a:bodyPr>
            <a:normAutofit/>
          </a:bodyPr>
          <a:lstStyle/>
          <a:p>
            <a:r>
              <a:rPr lang="en-US" b="1"/>
              <a:t>5. Methodology</a:t>
            </a:r>
            <a:endParaRPr lang="en-US"/>
          </a:p>
        </p:txBody>
      </p:sp>
      <p:sp>
        <p:nvSpPr>
          <p:cNvPr id="3" name="Content Placeholder 2">
            <a:extLst>
              <a:ext uri="{FF2B5EF4-FFF2-40B4-BE49-F238E27FC236}">
                <a16:creationId xmlns:a16="http://schemas.microsoft.com/office/drawing/2014/main" id="{EC616BDF-8B06-180F-2BCF-DED3AB80D6C2}"/>
              </a:ext>
            </a:extLst>
          </p:cNvPr>
          <p:cNvSpPr>
            <a:spLocks noGrp="1"/>
          </p:cNvSpPr>
          <p:nvPr>
            <p:ph idx="1"/>
          </p:nvPr>
        </p:nvSpPr>
        <p:spPr>
          <a:xfrm>
            <a:off x="4715190" y="5079"/>
            <a:ext cx="7387273" cy="6852921"/>
          </a:xfrm>
        </p:spPr>
        <p:txBody>
          <a:bodyPr>
            <a:normAutofit lnSpcReduction="10000"/>
          </a:bodyPr>
          <a:lstStyle/>
          <a:p>
            <a:endParaRPr lang="en-US" b="1" dirty="0"/>
          </a:p>
          <a:p>
            <a:pPr>
              <a:buClr>
                <a:srgbClr val="1287C3"/>
              </a:buClr>
            </a:pPr>
            <a:r>
              <a:rPr lang="en-US" sz="2000" b="1"/>
              <a:t>Development Approach:</a:t>
            </a:r>
            <a:endParaRPr lang="en-US" sz="2000"/>
          </a:p>
          <a:p>
            <a:r>
              <a:rPr lang="en-US" sz="2000" b="1">
                <a:ea typeface="+mn-lt"/>
                <a:cs typeface="+mn-lt"/>
              </a:rPr>
              <a:t>Requirements Gathering:</a:t>
            </a:r>
            <a:endParaRPr lang="en-US" sz="2000"/>
          </a:p>
          <a:p>
            <a:pPr lvl="1">
              <a:buClr>
                <a:srgbClr val="1287C3"/>
              </a:buClr>
            </a:pPr>
            <a:r>
              <a:rPr lang="en-US">
                <a:ea typeface="+mn-lt"/>
                <a:cs typeface="+mn-lt"/>
              </a:rPr>
              <a:t>Interviews with stakeholders (donors, hospitals, administrators).</a:t>
            </a:r>
            <a:endParaRPr lang="en-US"/>
          </a:p>
          <a:p>
            <a:pPr lvl="1">
              <a:buClr>
                <a:srgbClr val="1287C3"/>
              </a:buClr>
            </a:pPr>
            <a:r>
              <a:rPr lang="en-US">
                <a:ea typeface="+mn-lt"/>
                <a:cs typeface="+mn-lt"/>
              </a:rPr>
              <a:t>Research on gaps in existing systems.</a:t>
            </a:r>
            <a:endParaRPr lang="en-US"/>
          </a:p>
          <a:p>
            <a:pPr lvl="1">
              <a:buClr>
                <a:srgbClr val="1287C3"/>
              </a:buClr>
            </a:pPr>
            <a:r>
              <a:rPr lang="en-US">
                <a:ea typeface="+mn-lt"/>
                <a:cs typeface="+mn-lt"/>
              </a:rPr>
              <a:t>Analyzing survey results to identify key user needs.</a:t>
            </a:r>
            <a:endParaRPr lang="en-US"/>
          </a:p>
          <a:p>
            <a:r>
              <a:rPr lang="en-US" sz="2000" b="1">
                <a:ea typeface="+mn-lt"/>
                <a:cs typeface="+mn-lt"/>
              </a:rPr>
              <a:t>Design and Development:</a:t>
            </a:r>
            <a:endParaRPr lang="en-US" sz="2000"/>
          </a:p>
          <a:p>
            <a:pPr lvl="1">
              <a:buClr>
                <a:srgbClr val="1287C3"/>
              </a:buClr>
            </a:pPr>
            <a:r>
              <a:rPr lang="en-US">
                <a:ea typeface="+mn-lt"/>
                <a:cs typeface="+mn-lt"/>
              </a:rPr>
              <a:t>Client-server architecture to manage frontend, backend, and database interactions.</a:t>
            </a:r>
            <a:endParaRPr lang="en-US"/>
          </a:p>
          <a:p>
            <a:pPr lvl="1">
              <a:buClr>
                <a:srgbClr val="1287C3"/>
              </a:buClr>
            </a:pPr>
            <a:r>
              <a:rPr lang="en-US">
                <a:ea typeface="+mn-lt"/>
                <a:cs typeface="+mn-lt"/>
              </a:rPr>
              <a:t>Iterative Agile methodology for continuous improvement.</a:t>
            </a:r>
            <a:endParaRPr lang="en-US"/>
          </a:p>
          <a:p>
            <a:r>
              <a:rPr lang="en-US" sz="2000" b="1">
                <a:ea typeface="+mn-lt"/>
                <a:cs typeface="+mn-lt"/>
              </a:rPr>
              <a:t>Data Collection:</a:t>
            </a:r>
            <a:endParaRPr lang="en-US" sz="2000"/>
          </a:p>
          <a:p>
            <a:pPr lvl="1">
              <a:buClr>
                <a:srgbClr val="1287C3"/>
              </a:buClr>
            </a:pPr>
            <a:r>
              <a:rPr lang="en-US">
                <a:ea typeface="+mn-lt"/>
                <a:cs typeface="+mn-lt"/>
              </a:rPr>
              <a:t>Sources include donor information, blood bank inventory, and hospital demand records.</a:t>
            </a:r>
            <a:endParaRPr lang="en-US"/>
          </a:p>
          <a:p>
            <a:pPr lvl="1">
              <a:buClr>
                <a:srgbClr val="1287C3"/>
              </a:buClr>
            </a:pPr>
            <a:r>
              <a:rPr lang="en-US">
                <a:ea typeface="+mn-lt"/>
                <a:cs typeface="+mn-lt"/>
              </a:rPr>
              <a:t>Data preprocessing ensures accuracy, security, and normalization.</a:t>
            </a:r>
            <a:endParaRPr lang="en-US"/>
          </a:p>
          <a:p>
            <a:r>
              <a:rPr lang="en-US" sz="2000" b="1">
                <a:ea typeface="+mn-lt"/>
                <a:cs typeface="+mn-lt"/>
              </a:rPr>
              <a:t>Testing and Deployment:</a:t>
            </a:r>
            <a:endParaRPr lang="en-US" sz="2000"/>
          </a:p>
          <a:p>
            <a:pPr lvl="1">
              <a:buClr>
                <a:srgbClr val="1287C3"/>
              </a:buClr>
            </a:pPr>
            <a:r>
              <a:rPr lang="en-US">
                <a:ea typeface="+mn-lt"/>
                <a:cs typeface="+mn-lt"/>
              </a:rPr>
              <a:t>Unit testing, integration testing, and user feedback incorporated into each sprint.</a:t>
            </a:r>
            <a:endParaRPr lang="en-US"/>
          </a:p>
          <a:p>
            <a:pPr lvl="1">
              <a:buClr>
                <a:srgbClr val="1287C3"/>
              </a:buClr>
            </a:pPr>
            <a:r>
              <a:rPr lang="en-US">
                <a:ea typeface="+mn-lt"/>
                <a:cs typeface="+mn-lt"/>
              </a:rPr>
              <a:t>Final deployment on AWS for scalability and reliability.</a:t>
            </a:r>
            <a:endParaRPr lang="en-US"/>
          </a:p>
          <a:p>
            <a:pPr>
              <a:buClr>
                <a:srgbClr val="1287C3"/>
              </a:buClr>
            </a:pPr>
            <a:endParaRPr lang="en-US" sz="2000" dirty="0"/>
          </a:p>
        </p:txBody>
      </p:sp>
      <p:sp>
        <p:nvSpPr>
          <p:cNvPr id="4" name="TextBox 3">
            <a:extLst>
              <a:ext uri="{FF2B5EF4-FFF2-40B4-BE49-F238E27FC236}">
                <a16:creationId xmlns:a16="http://schemas.microsoft.com/office/drawing/2014/main" id="{3794A679-EB0D-916D-FAD0-826816DF667B}"/>
              </a:ext>
            </a:extLst>
          </p:cNvPr>
          <p:cNvSpPr txBox="1"/>
          <p:nvPr/>
        </p:nvSpPr>
        <p:spPr>
          <a:xfrm>
            <a:off x="939800" y="3078480"/>
            <a:ext cx="335026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4000" b="1" dirty="0">
                <a:solidFill>
                  <a:schemeClr val="bg1"/>
                </a:solidFill>
                <a:latin typeface="Calibri Light"/>
                <a:ea typeface="Calibri Light"/>
                <a:cs typeface="Calibri Light"/>
              </a:rPr>
              <a:t>5.Methodology</a:t>
            </a:r>
          </a:p>
        </p:txBody>
      </p:sp>
    </p:spTree>
    <p:extLst>
      <p:ext uri="{BB962C8B-B14F-4D97-AF65-F5344CB8AC3E}">
        <p14:creationId xmlns:p14="http://schemas.microsoft.com/office/powerpoint/2010/main" val="268813400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3DEBD5F5-A896-AB21-DD7F-8F033E0176CE}"/>
              </a:ext>
            </a:extLst>
          </p:cNvPr>
          <p:cNvGraphicFramePr>
            <a:graphicFrameLocks noGrp="1"/>
          </p:cNvGraphicFramePr>
          <p:nvPr>
            <p:ph idx="1"/>
            <p:extLst>
              <p:ext uri="{D42A27DB-BD31-4B8C-83A1-F6EECF244321}">
                <p14:modId xmlns:p14="http://schemas.microsoft.com/office/powerpoint/2010/main" val="2957177789"/>
              </p:ext>
            </p:extLst>
          </p:nvPr>
        </p:nvGraphicFramePr>
        <p:xfrm>
          <a:off x="4683760" y="965200"/>
          <a:ext cx="7358860" cy="4474358"/>
        </p:xfrm>
        <a:graphic>
          <a:graphicData uri="http://schemas.openxmlformats.org/drawingml/2006/table">
            <a:tbl>
              <a:tblPr bandRow="1">
                <a:tableStyleId>{5C22544A-7EE6-4342-B048-85BDC9FD1C3A}</a:tableStyleId>
              </a:tblPr>
              <a:tblGrid>
                <a:gridCol w="1866043">
                  <a:extLst>
                    <a:ext uri="{9D8B030D-6E8A-4147-A177-3AD203B41FA5}">
                      <a16:colId xmlns:a16="http://schemas.microsoft.com/office/drawing/2014/main" val="255894960"/>
                    </a:ext>
                  </a:extLst>
                </a:gridCol>
                <a:gridCol w="5492817">
                  <a:extLst>
                    <a:ext uri="{9D8B030D-6E8A-4147-A177-3AD203B41FA5}">
                      <a16:colId xmlns:a16="http://schemas.microsoft.com/office/drawing/2014/main" val="3182509946"/>
                    </a:ext>
                  </a:extLst>
                </a:gridCol>
              </a:tblGrid>
              <a:tr h="408900">
                <a:tc>
                  <a:txBody>
                    <a:bodyPr/>
                    <a:lstStyle/>
                    <a:p>
                      <a:r>
                        <a:rPr lang="en-US" sz="2000" b="1"/>
                        <a:t>Technology</a:t>
                      </a:r>
                      <a:endParaRPr lang="en-US" sz="2000"/>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r>
                        <a:rPr lang="en-US" sz="2000" b="1"/>
                        <a:t>Purpose</a:t>
                      </a:r>
                      <a:endParaRPr lang="en-US" sz="2000"/>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4228802916"/>
                  </a:ext>
                </a:extLst>
              </a:tr>
              <a:tr h="618877">
                <a:tc>
                  <a:txBody>
                    <a:bodyPr/>
                    <a:lstStyle/>
                    <a:p>
                      <a:r>
                        <a:rPr lang="en-US" sz="2000" b="1"/>
                        <a:t>HTML, CSS, JavaScript</a:t>
                      </a:r>
                      <a:endParaRPr lang="en-US" sz="2000"/>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r>
                        <a:rPr lang="en-US" sz="2000"/>
                        <a:t>Frontend design for intuitive user interface.</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3747572597"/>
                  </a:ext>
                </a:extLst>
              </a:tr>
              <a:tr h="718339">
                <a:tc>
                  <a:txBody>
                    <a:bodyPr/>
                    <a:lstStyle/>
                    <a:p>
                      <a:r>
                        <a:rPr lang="en-US" sz="2000" b="1"/>
                        <a:t>Django</a:t>
                      </a:r>
                      <a:endParaRPr lang="en-US" sz="2000"/>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r>
                        <a:rPr lang="en-US" sz="2000"/>
                        <a:t>Backend framework for secure, scalable operations.</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3258280940"/>
                  </a:ext>
                </a:extLst>
              </a:tr>
              <a:tr h="408900">
                <a:tc>
                  <a:txBody>
                    <a:bodyPr/>
                    <a:lstStyle/>
                    <a:p>
                      <a:r>
                        <a:rPr lang="en-US" sz="2000" b="1"/>
                        <a:t>MySQL</a:t>
                      </a:r>
                      <a:endParaRPr lang="en-US" sz="2000"/>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r>
                        <a:rPr lang="en-US" sz="2000"/>
                        <a:t>Database for structured data storage.</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1939552241"/>
                  </a:ext>
                </a:extLst>
              </a:tr>
              <a:tr h="408900">
                <a:tc>
                  <a:txBody>
                    <a:bodyPr/>
                    <a:lstStyle/>
                    <a:p>
                      <a:r>
                        <a:rPr lang="en-US" sz="2000" b="1"/>
                        <a:t>Google Maps API</a:t>
                      </a:r>
                      <a:endParaRPr lang="en-US" sz="2000"/>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r>
                        <a:rPr lang="en-US" sz="2000"/>
                        <a:t>Enables geolocation-based donor searches.</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1508063846"/>
                  </a:ext>
                </a:extLst>
              </a:tr>
              <a:tr h="408900">
                <a:tc>
                  <a:txBody>
                    <a:bodyPr/>
                    <a:lstStyle/>
                    <a:p>
                      <a:r>
                        <a:rPr lang="en-US" sz="2000" b="1"/>
                        <a:t>Firebase</a:t>
                      </a:r>
                      <a:endParaRPr lang="en-US" sz="2000"/>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r>
                        <a:rPr lang="en-US" sz="2000"/>
                        <a:t>Real-time notifications for emergencies.</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3891287219"/>
                  </a:ext>
                </a:extLst>
              </a:tr>
              <a:tr h="408900">
                <a:tc>
                  <a:txBody>
                    <a:bodyPr/>
                    <a:lstStyle/>
                    <a:p>
                      <a:r>
                        <a:rPr lang="en-US" sz="2000" b="1"/>
                        <a:t>AWS</a:t>
                      </a:r>
                      <a:endParaRPr lang="en-US" sz="2000"/>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r>
                        <a:rPr lang="en-US" sz="2000"/>
                        <a:t>Scalable hosting infrastructure.</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1603884409"/>
                  </a:ext>
                </a:extLst>
              </a:tr>
              <a:tr h="718339">
                <a:tc>
                  <a:txBody>
                    <a:bodyPr/>
                    <a:lstStyle/>
                    <a:p>
                      <a:r>
                        <a:rPr lang="en-US" sz="2000" b="1"/>
                        <a:t>Docker</a:t>
                      </a:r>
                      <a:endParaRPr lang="en-US" sz="2000"/>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noFill/>
                  </a:tcPr>
                </a:tc>
                <a:tc>
                  <a:txBody>
                    <a:bodyPr/>
                    <a:lstStyle/>
                    <a:p>
                      <a:r>
                        <a:rPr lang="en-US" sz="2000"/>
                        <a:t>Ensures consistent development and deployment environments.</a:t>
                      </a: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0956985"/>
                  </a:ext>
                </a:extLst>
              </a:tr>
            </a:tbl>
          </a:graphicData>
        </a:graphic>
      </p:graphicFrame>
      <p:sp>
        <p:nvSpPr>
          <p:cNvPr id="6" name="TextBox 5">
            <a:extLst>
              <a:ext uri="{FF2B5EF4-FFF2-40B4-BE49-F238E27FC236}">
                <a16:creationId xmlns:a16="http://schemas.microsoft.com/office/drawing/2014/main" id="{7D2B7B62-CE43-BC6B-522E-08A884112DD2}"/>
              </a:ext>
            </a:extLst>
          </p:cNvPr>
          <p:cNvSpPr txBox="1"/>
          <p:nvPr/>
        </p:nvSpPr>
        <p:spPr>
          <a:xfrm>
            <a:off x="883479" y="2767938"/>
            <a:ext cx="3797631"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b="1" dirty="0">
                <a:solidFill>
                  <a:schemeClr val="bg1"/>
                </a:solidFill>
                <a:latin typeface="Calibri Light"/>
                <a:ea typeface="Calibri Light"/>
                <a:cs typeface="Calibri Light"/>
              </a:rPr>
              <a:t>6. Technology Used</a:t>
            </a:r>
          </a:p>
        </p:txBody>
      </p:sp>
    </p:spTree>
    <p:extLst>
      <p:ext uri="{BB962C8B-B14F-4D97-AF65-F5344CB8AC3E}">
        <p14:creationId xmlns:p14="http://schemas.microsoft.com/office/powerpoint/2010/main" val="46076534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17C4610E-9C18-467B-BF10-BE6A974CC364}"/>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29674" y="-59376"/>
            <a:ext cx="12515851" cy="6923798"/>
            <a:chOff x="-329674" y="-51881"/>
            <a:chExt cx="12515851" cy="6923798"/>
          </a:xfrm>
        </p:grpSpPr>
        <p:sp>
          <p:nvSpPr>
            <p:cNvPr id="10" name="Freeform 5">
              <a:extLst>
                <a:ext uri="{FF2B5EF4-FFF2-40B4-BE49-F238E27FC236}">
                  <a16:creationId xmlns:a16="http://schemas.microsoft.com/office/drawing/2014/main" id="{296DF307-344E-4E9B-A7AA-8139E450D1BE}"/>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1" name="Freeform 6">
              <a:extLst>
                <a:ext uri="{FF2B5EF4-FFF2-40B4-BE49-F238E27FC236}">
                  <a16:creationId xmlns:a16="http://schemas.microsoft.com/office/drawing/2014/main" id="{E263CC2D-ACFB-4EB3-ADF9-CD82BC8422F3}"/>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2" name="Freeform 7">
              <a:extLst>
                <a:ext uri="{FF2B5EF4-FFF2-40B4-BE49-F238E27FC236}">
                  <a16:creationId xmlns:a16="http://schemas.microsoft.com/office/drawing/2014/main" id="{C5366E2F-9BA0-485A-B1CA-A5E6E2E379AF}"/>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3" name="Freeform 8">
              <a:extLst>
                <a:ext uri="{FF2B5EF4-FFF2-40B4-BE49-F238E27FC236}">
                  <a16:creationId xmlns:a16="http://schemas.microsoft.com/office/drawing/2014/main" id="{1803051E-7C26-4F53-8293-B4EAED4212B9}"/>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4" name="Freeform 9">
              <a:extLst>
                <a:ext uri="{FF2B5EF4-FFF2-40B4-BE49-F238E27FC236}">
                  <a16:creationId xmlns:a16="http://schemas.microsoft.com/office/drawing/2014/main" id="{D10888CD-E496-4116-9C45-CF4F17ADE644}"/>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5" name="Freeform 10">
              <a:extLst>
                <a:ext uri="{FF2B5EF4-FFF2-40B4-BE49-F238E27FC236}">
                  <a16:creationId xmlns:a16="http://schemas.microsoft.com/office/drawing/2014/main" id="{0A42DA8F-DA3D-43E9-A184-E0F6C133A1D7}"/>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6" name="Freeform 11">
              <a:extLst>
                <a:ext uri="{FF2B5EF4-FFF2-40B4-BE49-F238E27FC236}">
                  <a16:creationId xmlns:a16="http://schemas.microsoft.com/office/drawing/2014/main" id="{473EAD31-7AA3-49B7-ADD6-C13FF0F141A8}"/>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7" name="Freeform 12">
              <a:extLst>
                <a:ext uri="{FF2B5EF4-FFF2-40B4-BE49-F238E27FC236}">
                  <a16:creationId xmlns:a16="http://schemas.microsoft.com/office/drawing/2014/main" id="{2BBB7CDF-BA2E-451F-9201-CF2B6FEAEAE8}"/>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8" name="Freeform 13">
              <a:extLst>
                <a:ext uri="{FF2B5EF4-FFF2-40B4-BE49-F238E27FC236}">
                  <a16:creationId xmlns:a16="http://schemas.microsoft.com/office/drawing/2014/main" id="{84809EF2-CD0D-4BC3-ABC7-E7E312A1D741}"/>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9" name="Freeform 14">
              <a:extLst>
                <a:ext uri="{FF2B5EF4-FFF2-40B4-BE49-F238E27FC236}">
                  <a16:creationId xmlns:a16="http://schemas.microsoft.com/office/drawing/2014/main" id="{11D2D6C5-637B-4AFE-97F4-D4E48A613487}"/>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20" name="Freeform 15">
              <a:extLst>
                <a:ext uri="{FF2B5EF4-FFF2-40B4-BE49-F238E27FC236}">
                  <a16:creationId xmlns:a16="http://schemas.microsoft.com/office/drawing/2014/main" id="{F841B2C5-57F5-4FE6-B4D4-EBB3F3088119}"/>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21" name="Freeform 16">
              <a:extLst>
                <a:ext uri="{FF2B5EF4-FFF2-40B4-BE49-F238E27FC236}">
                  <a16:creationId xmlns:a16="http://schemas.microsoft.com/office/drawing/2014/main" id="{B4822A39-2A52-4B2C-9319-BEFC526DB0AF}"/>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22" name="Freeform 17">
              <a:extLst>
                <a:ext uri="{FF2B5EF4-FFF2-40B4-BE49-F238E27FC236}">
                  <a16:creationId xmlns:a16="http://schemas.microsoft.com/office/drawing/2014/main" id="{4E469692-E783-4950-8DEC-3A1FD3978B0C}"/>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3" name="Freeform 18">
              <a:extLst>
                <a:ext uri="{FF2B5EF4-FFF2-40B4-BE49-F238E27FC236}">
                  <a16:creationId xmlns:a16="http://schemas.microsoft.com/office/drawing/2014/main" id="{012909CD-3254-41E5-B8BB-0F2D7CE0D89F}"/>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4" name="Freeform 19">
              <a:extLst>
                <a:ext uri="{FF2B5EF4-FFF2-40B4-BE49-F238E27FC236}">
                  <a16:creationId xmlns:a16="http://schemas.microsoft.com/office/drawing/2014/main" id="{93E7648E-861E-4503-AEDC-56C4EC507297}"/>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5" name="Freeform 20">
              <a:extLst>
                <a:ext uri="{FF2B5EF4-FFF2-40B4-BE49-F238E27FC236}">
                  <a16:creationId xmlns:a16="http://schemas.microsoft.com/office/drawing/2014/main" id="{F9C72257-EBD0-4D1C-A32C-D846446872CB}"/>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6" name="Freeform 21">
              <a:extLst>
                <a:ext uri="{FF2B5EF4-FFF2-40B4-BE49-F238E27FC236}">
                  <a16:creationId xmlns:a16="http://schemas.microsoft.com/office/drawing/2014/main" id="{87BB2CBB-9C22-4E28-AB86-DC92AEE2DBD2}"/>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7" name="Freeform 22">
              <a:extLst>
                <a:ext uri="{FF2B5EF4-FFF2-40B4-BE49-F238E27FC236}">
                  <a16:creationId xmlns:a16="http://schemas.microsoft.com/office/drawing/2014/main" id="{F85B3053-8D9F-410A-80C2-7960DDEA6A66}"/>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28" name="Freeform 23">
              <a:extLst>
                <a:ext uri="{FF2B5EF4-FFF2-40B4-BE49-F238E27FC236}">
                  <a16:creationId xmlns:a16="http://schemas.microsoft.com/office/drawing/2014/main" id="{E8FF5DA7-6E72-41F1-A54C-EAF440A274F3}"/>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30" name="Group 29">
            <a:extLst>
              <a:ext uri="{FF2B5EF4-FFF2-40B4-BE49-F238E27FC236}">
                <a16:creationId xmlns:a16="http://schemas.microsoft.com/office/drawing/2014/main" id="{A899734C-500F-4274-9854-8BFA14A1D7EE}"/>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669293" y="1186483"/>
            <a:ext cx="8848345" cy="4477933"/>
            <a:chOff x="1669293" y="1186483"/>
            <a:chExt cx="8848345" cy="4477933"/>
          </a:xfrm>
        </p:grpSpPr>
        <p:sp>
          <p:nvSpPr>
            <p:cNvPr id="31" name="Rectangle 30">
              <a:extLst>
                <a:ext uri="{FF2B5EF4-FFF2-40B4-BE49-F238E27FC236}">
                  <a16:creationId xmlns:a16="http://schemas.microsoft.com/office/drawing/2014/main" id="{FF07BF51-2934-47AD-A415-7400882F1477}"/>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a:xfrm>
              <a:off x="1674042" y="1186483"/>
              <a:ext cx="8843596"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2" name="Isosceles Triangle 31">
              <a:extLst>
                <a:ext uri="{FF2B5EF4-FFF2-40B4-BE49-F238E27FC236}">
                  <a16:creationId xmlns:a16="http://schemas.microsoft.com/office/drawing/2014/main" id="{DD6E3DF0-EDC0-458B-9C5B-911814F0A681}"/>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3" name="Rectangle 32">
              <a:extLst>
                <a:ext uri="{FF2B5EF4-FFF2-40B4-BE49-F238E27FC236}">
                  <a16:creationId xmlns:a16="http://schemas.microsoft.com/office/drawing/2014/main" id="{5D0824B1-47C9-4504-99FB-CB15051979CA}"/>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a:xfrm>
              <a:off x="1669293" y="1991156"/>
              <a:ext cx="8845667"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35" name="Rectangle 34">
            <a:extLst>
              <a:ext uri="{FF2B5EF4-FFF2-40B4-BE49-F238E27FC236}">
                <a16:creationId xmlns:a16="http://schemas.microsoft.com/office/drawing/2014/main" id="{A3BAF07C-C39E-42EB-BB22-8D46691D973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3061" cy="68692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7" name="Group 36">
            <a:extLst>
              <a:ext uri="{FF2B5EF4-FFF2-40B4-BE49-F238E27FC236}">
                <a16:creationId xmlns:a16="http://schemas.microsoft.com/office/drawing/2014/main" id="{D8E9CF54-0466-4261-9E62-0249E60E1886}"/>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29674" y="-59376"/>
            <a:ext cx="12515851" cy="6923798"/>
            <a:chOff x="-329674" y="-51881"/>
            <a:chExt cx="12515851" cy="6923798"/>
          </a:xfrm>
        </p:grpSpPr>
        <p:sp>
          <p:nvSpPr>
            <p:cNvPr id="38" name="Freeform 5">
              <a:extLst>
                <a:ext uri="{FF2B5EF4-FFF2-40B4-BE49-F238E27FC236}">
                  <a16:creationId xmlns:a16="http://schemas.microsoft.com/office/drawing/2014/main" id="{33E32106-E8B1-4F76-9EE6-58537738A3C4}"/>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9" name="Freeform 6">
              <a:extLst>
                <a:ext uri="{FF2B5EF4-FFF2-40B4-BE49-F238E27FC236}">
                  <a16:creationId xmlns:a16="http://schemas.microsoft.com/office/drawing/2014/main" id="{C32C2C46-A045-44FB-8A74-5EBD650C2787}"/>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0" name="Freeform 7">
              <a:extLst>
                <a:ext uri="{FF2B5EF4-FFF2-40B4-BE49-F238E27FC236}">
                  <a16:creationId xmlns:a16="http://schemas.microsoft.com/office/drawing/2014/main" id="{6A76F79C-6683-4940-BCF7-4BCCCEE40688}"/>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1" name="Freeform 8">
              <a:extLst>
                <a:ext uri="{FF2B5EF4-FFF2-40B4-BE49-F238E27FC236}">
                  <a16:creationId xmlns:a16="http://schemas.microsoft.com/office/drawing/2014/main" id="{FF4675A3-6D07-4B1F-9BFC-AEBEA1AD067D}"/>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2" name="Freeform 9">
              <a:extLst>
                <a:ext uri="{FF2B5EF4-FFF2-40B4-BE49-F238E27FC236}">
                  <a16:creationId xmlns:a16="http://schemas.microsoft.com/office/drawing/2014/main" id="{765E127A-B6B7-4B1D-B7BD-6C8C969D29C3}"/>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3" name="Freeform 10">
              <a:extLst>
                <a:ext uri="{FF2B5EF4-FFF2-40B4-BE49-F238E27FC236}">
                  <a16:creationId xmlns:a16="http://schemas.microsoft.com/office/drawing/2014/main" id="{3BCA9D9E-C72C-4751-BFA9-10B85CACE3CA}"/>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4" name="Freeform 11">
              <a:extLst>
                <a:ext uri="{FF2B5EF4-FFF2-40B4-BE49-F238E27FC236}">
                  <a16:creationId xmlns:a16="http://schemas.microsoft.com/office/drawing/2014/main" id="{080C708C-69BF-441B-AB75-C98160ED06DE}"/>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5" name="Freeform 12">
              <a:extLst>
                <a:ext uri="{FF2B5EF4-FFF2-40B4-BE49-F238E27FC236}">
                  <a16:creationId xmlns:a16="http://schemas.microsoft.com/office/drawing/2014/main" id="{3E79964E-F8F1-4763-8892-7BC3DAE306E9}"/>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6" name="Freeform 13">
              <a:extLst>
                <a:ext uri="{FF2B5EF4-FFF2-40B4-BE49-F238E27FC236}">
                  <a16:creationId xmlns:a16="http://schemas.microsoft.com/office/drawing/2014/main" id="{FE09592A-FCC9-4AE5-BA0B-730C6F3BBE95}"/>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7" name="Freeform 14">
              <a:extLst>
                <a:ext uri="{FF2B5EF4-FFF2-40B4-BE49-F238E27FC236}">
                  <a16:creationId xmlns:a16="http://schemas.microsoft.com/office/drawing/2014/main" id="{96448994-820C-4BC1-ABF3-4579C6F99A63}"/>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8" name="Freeform 15">
              <a:extLst>
                <a:ext uri="{FF2B5EF4-FFF2-40B4-BE49-F238E27FC236}">
                  <a16:creationId xmlns:a16="http://schemas.microsoft.com/office/drawing/2014/main" id="{9BB0D192-565A-42B9-B292-CC032D71A6A1}"/>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bg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49" name="Freeform 16">
              <a:extLst>
                <a:ext uri="{FF2B5EF4-FFF2-40B4-BE49-F238E27FC236}">
                  <a16:creationId xmlns:a16="http://schemas.microsoft.com/office/drawing/2014/main" id="{6D1CA09C-5F40-4E92-A7E9-D1FCEE51283D}"/>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bg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0" name="Freeform 17">
              <a:extLst>
                <a:ext uri="{FF2B5EF4-FFF2-40B4-BE49-F238E27FC236}">
                  <a16:creationId xmlns:a16="http://schemas.microsoft.com/office/drawing/2014/main" id="{379F5AA5-2E14-4880-A5A6-07AEF2AD89DB}"/>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8">
              <a:extLst>
                <a:ext uri="{FF2B5EF4-FFF2-40B4-BE49-F238E27FC236}">
                  <a16:creationId xmlns:a16="http://schemas.microsoft.com/office/drawing/2014/main" id="{EF14BD32-D239-4DA3-98B3-7752073657CC}"/>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9">
              <a:extLst>
                <a:ext uri="{FF2B5EF4-FFF2-40B4-BE49-F238E27FC236}">
                  <a16:creationId xmlns:a16="http://schemas.microsoft.com/office/drawing/2014/main" id="{CF07B250-E5E4-4624-9BD7-8D513A67B731}"/>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20">
              <a:extLst>
                <a:ext uri="{FF2B5EF4-FFF2-40B4-BE49-F238E27FC236}">
                  <a16:creationId xmlns:a16="http://schemas.microsoft.com/office/drawing/2014/main" id="{BCC5D120-7C8C-4290-865C-4EE6E4F245F9}"/>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4" name="Freeform 21">
              <a:extLst>
                <a:ext uri="{FF2B5EF4-FFF2-40B4-BE49-F238E27FC236}">
                  <a16:creationId xmlns:a16="http://schemas.microsoft.com/office/drawing/2014/main" id="{C24688C6-CAE5-4EF2-B2BA-A138DA0A24B9}"/>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5" name="Freeform 22">
              <a:extLst>
                <a:ext uri="{FF2B5EF4-FFF2-40B4-BE49-F238E27FC236}">
                  <a16:creationId xmlns:a16="http://schemas.microsoft.com/office/drawing/2014/main" id="{6BD31099-7C13-4901-A04F-632B1CD84627}"/>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56" name="Freeform 23">
              <a:extLst>
                <a:ext uri="{FF2B5EF4-FFF2-40B4-BE49-F238E27FC236}">
                  <a16:creationId xmlns:a16="http://schemas.microsoft.com/office/drawing/2014/main" id="{679F5FF7-82B2-4033-8FBE-63170C937833}"/>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sp>
        <p:nvSpPr>
          <p:cNvPr id="2" name="Title 1">
            <a:extLst>
              <a:ext uri="{FF2B5EF4-FFF2-40B4-BE49-F238E27FC236}">
                <a16:creationId xmlns:a16="http://schemas.microsoft.com/office/drawing/2014/main" id="{600EC15E-055B-4009-EF55-D86E6C9FFA98}"/>
              </a:ext>
            </a:extLst>
          </p:cNvPr>
          <p:cNvSpPr>
            <a:spLocks noGrp="1"/>
          </p:cNvSpPr>
          <p:nvPr>
            <p:ph type="title"/>
          </p:nvPr>
        </p:nvSpPr>
        <p:spPr>
          <a:xfrm>
            <a:off x="1378425" y="5199797"/>
            <a:ext cx="9435152" cy="789673"/>
          </a:xfrm>
        </p:spPr>
        <p:txBody>
          <a:bodyPr vert="horz" lIns="228600" tIns="228600" rIns="228600" bIns="0" rtlCol="0" anchor="ctr">
            <a:normAutofit/>
          </a:bodyPr>
          <a:lstStyle/>
          <a:p>
            <a:pPr>
              <a:lnSpc>
                <a:spcPct val="80000"/>
              </a:lnSpc>
            </a:pPr>
            <a:r>
              <a:rPr lang="en-US">
                <a:solidFill>
                  <a:schemeClr val="bg1"/>
                </a:solidFill>
              </a:rPr>
              <a:t>7.ER Diagram</a:t>
            </a:r>
          </a:p>
        </p:txBody>
      </p:sp>
      <p:sp>
        <p:nvSpPr>
          <p:cNvPr id="58" name="Freeform: Shape 57">
            <a:extLst>
              <a:ext uri="{FF2B5EF4-FFF2-40B4-BE49-F238E27FC236}">
                <a16:creationId xmlns:a16="http://schemas.microsoft.com/office/drawing/2014/main" id="{A7795DFA-888F-47E2-B44E-DE1D3B3E46A4}"/>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5058957"/>
          </a:xfrm>
          <a:custGeom>
            <a:avLst/>
            <a:gdLst>
              <a:gd name="connsiteX0" fmla="*/ 0 w 12192000"/>
              <a:gd name="connsiteY0" fmla="*/ 0 h 5058957"/>
              <a:gd name="connsiteX1" fmla="*/ 12192000 w 12192000"/>
              <a:gd name="connsiteY1" fmla="*/ 0 h 5058957"/>
              <a:gd name="connsiteX2" fmla="*/ 12192000 w 12192000"/>
              <a:gd name="connsiteY2" fmla="*/ 259692 h 5058957"/>
              <a:gd name="connsiteX3" fmla="*/ 12192000 w 12192000"/>
              <a:gd name="connsiteY3" fmla="*/ 3542069 h 5058957"/>
              <a:gd name="connsiteX4" fmla="*/ 12192000 w 12192000"/>
              <a:gd name="connsiteY4" fmla="*/ 3734194 h 5058957"/>
              <a:gd name="connsiteX5" fmla="*/ 12192000 w 12192000"/>
              <a:gd name="connsiteY5" fmla="*/ 4710012 h 5058957"/>
              <a:gd name="connsiteX6" fmla="*/ 12113803 w 12192000"/>
              <a:gd name="connsiteY6" fmla="*/ 4718295 h 5058957"/>
              <a:gd name="connsiteX7" fmla="*/ 6753597 w 12192000"/>
              <a:gd name="connsiteY7" fmla="*/ 5041852 h 5058957"/>
              <a:gd name="connsiteX8" fmla="*/ 400746 w 12192000"/>
              <a:gd name="connsiteY8" fmla="*/ 4870509 h 5058957"/>
              <a:gd name="connsiteX9" fmla="*/ 0 w 12192000"/>
              <a:gd name="connsiteY9" fmla="*/ 4833533 h 5058957"/>
              <a:gd name="connsiteX10" fmla="*/ 0 w 12192000"/>
              <a:gd name="connsiteY10" fmla="*/ 3734194 h 5058957"/>
              <a:gd name="connsiteX11" fmla="*/ 0 w 12192000"/>
              <a:gd name="connsiteY11" fmla="*/ 3542069 h 5058957"/>
              <a:gd name="connsiteX12" fmla="*/ 0 w 12192000"/>
              <a:gd name="connsiteY12" fmla="*/ 259692 h 50589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92000" h="5058957">
                <a:moveTo>
                  <a:pt x="0" y="0"/>
                </a:moveTo>
                <a:lnTo>
                  <a:pt x="12192000" y="0"/>
                </a:lnTo>
                <a:lnTo>
                  <a:pt x="12192000" y="259692"/>
                </a:lnTo>
                <a:lnTo>
                  <a:pt x="12192000" y="3542069"/>
                </a:lnTo>
                <a:lnTo>
                  <a:pt x="12192000" y="3734194"/>
                </a:lnTo>
                <a:lnTo>
                  <a:pt x="12192000" y="4710012"/>
                </a:lnTo>
                <a:lnTo>
                  <a:pt x="12113803" y="4718295"/>
                </a:lnTo>
                <a:cubicBezTo>
                  <a:pt x="10139508" y="4916244"/>
                  <a:pt x="8237152" y="5009247"/>
                  <a:pt x="6753597" y="5041852"/>
                </a:cubicBezTo>
                <a:cubicBezTo>
                  <a:pt x="4940362" y="5081701"/>
                  <a:pt x="2657278" y="5062371"/>
                  <a:pt x="400746" y="4870509"/>
                </a:cubicBezTo>
                <a:lnTo>
                  <a:pt x="0" y="4833533"/>
                </a:lnTo>
                <a:lnTo>
                  <a:pt x="0" y="3734194"/>
                </a:lnTo>
                <a:lnTo>
                  <a:pt x="0" y="3542069"/>
                </a:lnTo>
                <a:lnTo>
                  <a:pt x="0" y="259692"/>
                </a:lnTo>
                <a:close/>
              </a:path>
            </a:pathLst>
          </a:custGeom>
          <a:solidFill>
            <a:schemeClr val="bg1"/>
          </a:solidFill>
          <a:ln w="44450">
            <a:noFill/>
          </a:ln>
          <a:effectLst/>
        </p:spPr>
        <p:style>
          <a:lnRef idx="2">
            <a:schemeClr val="accent1">
              <a:shade val="50000"/>
            </a:schemeClr>
          </a:lnRef>
          <a:fillRef idx="1003">
            <a:schemeClr val="dk2"/>
          </a:fillRef>
          <a:effectRef idx="0">
            <a:schemeClr val="accent1"/>
          </a:effectRef>
          <a:fontRef idx="minor">
            <a:schemeClr val="lt1"/>
          </a:fontRef>
        </p:style>
        <p:txBody>
          <a:bodyPr wrap="square" rtlCol="0" anchor="ctr">
            <a:noAutofit/>
          </a:bodyPr>
          <a:lstStyle/>
          <a:p>
            <a:pPr algn="ctr"/>
            <a:endParaRPr lang="en-US"/>
          </a:p>
        </p:txBody>
      </p:sp>
      <p:pic>
        <p:nvPicPr>
          <p:cNvPr id="4" name="Content Placeholder 3" descr="A diagram of a flowchart&#10;&#10;AI-generated content may be incorrect.">
            <a:extLst>
              <a:ext uri="{FF2B5EF4-FFF2-40B4-BE49-F238E27FC236}">
                <a16:creationId xmlns:a16="http://schemas.microsoft.com/office/drawing/2014/main" id="{6E66BBE4-F85C-6C07-F623-BF87CF2BE94E}"/>
              </a:ext>
            </a:extLst>
          </p:cNvPr>
          <p:cNvPicPr>
            <a:picLocks noGrp="1" noChangeAspect="1"/>
          </p:cNvPicPr>
          <p:nvPr>
            <p:ph idx="1"/>
          </p:nvPr>
        </p:nvPicPr>
        <p:blipFill>
          <a:blip r:embed="rId2"/>
          <a:stretch>
            <a:fillRect/>
          </a:stretch>
        </p:blipFill>
        <p:spPr>
          <a:xfrm>
            <a:off x="3989" y="-57753"/>
            <a:ext cx="12193016" cy="4803239"/>
          </a:xfrm>
          <a:prstGeom prst="rect">
            <a:avLst/>
          </a:prstGeom>
        </p:spPr>
      </p:pic>
    </p:spTree>
    <p:extLst>
      <p:ext uri="{BB962C8B-B14F-4D97-AF65-F5344CB8AC3E}">
        <p14:creationId xmlns:p14="http://schemas.microsoft.com/office/powerpoint/2010/main" val="291832414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6" name="Group 35">
            <a:extLst>
              <a:ext uri="{FF2B5EF4-FFF2-40B4-BE49-F238E27FC236}">
                <a16:creationId xmlns:a16="http://schemas.microsoft.com/office/drawing/2014/main" id="{17C4610E-9C18-467B-BF10-BE6A974CC364}"/>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29674" y="-59376"/>
            <a:ext cx="12515851" cy="6923798"/>
            <a:chOff x="-329674" y="-51881"/>
            <a:chExt cx="12515851" cy="6923798"/>
          </a:xfrm>
        </p:grpSpPr>
        <p:sp>
          <p:nvSpPr>
            <p:cNvPr id="40" name="Freeform 5">
              <a:extLst>
                <a:ext uri="{FF2B5EF4-FFF2-40B4-BE49-F238E27FC236}">
                  <a16:creationId xmlns:a16="http://schemas.microsoft.com/office/drawing/2014/main" id="{296DF307-344E-4E9B-A7AA-8139E450D1BE}"/>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8" name="Freeform 6">
              <a:extLst>
                <a:ext uri="{FF2B5EF4-FFF2-40B4-BE49-F238E27FC236}">
                  <a16:creationId xmlns:a16="http://schemas.microsoft.com/office/drawing/2014/main" id="{E263CC2D-ACFB-4EB3-ADF9-CD82BC8422F3}"/>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2" name="Freeform 7">
              <a:extLst>
                <a:ext uri="{FF2B5EF4-FFF2-40B4-BE49-F238E27FC236}">
                  <a16:creationId xmlns:a16="http://schemas.microsoft.com/office/drawing/2014/main" id="{C5366E2F-9BA0-485A-B1CA-A5E6E2E379AF}"/>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64" name="Freeform 8">
              <a:extLst>
                <a:ext uri="{FF2B5EF4-FFF2-40B4-BE49-F238E27FC236}">
                  <a16:creationId xmlns:a16="http://schemas.microsoft.com/office/drawing/2014/main" id="{1803051E-7C26-4F53-8293-B4EAED4212B9}"/>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4" name="Freeform 9">
              <a:extLst>
                <a:ext uri="{FF2B5EF4-FFF2-40B4-BE49-F238E27FC236}">
                  <a16:creationId xmlns:a16="http://schemas.microsoft.com/office/drawing/2014/main" id="{D10888CD-E496-4116-9C45-CF4F17ADE644}"/>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6" name="Freeform 10">
              <a:extLst>
                <a:ext uri="{FF2B5EF4-FFF2-40B4-BE49-F238E27FC236}">
                  <a16:creationId xmlns:a16="http://schemas.microsoft.com/office/drawing/2014/main" id="{0A42DA8F-DA3D-43E9-A184-E0F6C133A1D7}"/>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6" name="Freeform 11">
              <a:extLst>
                <a:ext uri="{FF2B5EF4-FFF2-40B4-BE49-F238E27FC236}">
                  <a16:creationId xmlns:a16="http://schemas.microsoft.com/office/drawing/2014/main" id="{473EAD31-7AA3-49B7-ADD6-C13FF0F141A8}"/>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2">
              <a:extLst>
                <a:ext uri="{FF2B5EF4-FFF2-40B4-BE49-F238E27FC236}">
                  <a16:creationId xmlns:a16="http://schemas.microsoft.com/office/drawing/2014/main" id="{2BBB7CDF-BA2E-451F-9201-CF2B6FEAEAE8}"/>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3">
              <a:extLst>
                <a:ext uri="{FF2B5EF4-FFF2-40B4-BE49-F238E27FC236}">
                  <a16:creationId xmlns:a16="http://schemas.microsoft.com/office/drawing/2014/main" id="{84809EF2-CD0D-4BC3-ABC7-E7E312A1D741}"/>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1" name="Freeform 14">
              <a:extLst>
                <a:ext uri="{FF2B5EF4-FFF2-40B4-BE49-F238E27FC236}">
                  <a16:creationId xmlns:a16="http://schemas.microsoft.com/office/drawing/2014/main" id="{11D2D6C5-637B-4AFE-97F4-D4E48A613487}"/>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50" name="Freeform 15">
              <a:extLst>
                <a:ext uri="{FF2B5EF4-FFF2-40B4-BE49-F238E27FC236}">
                  <a16:creationId xmlns:a16="http://schemas.microsoft.com/office/drawing/2014/main" id="{F841B2C5-57F5-4FE6-B4D4-EBB3F3088119}"/>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16">
              <a:extLst>
                <a:ext uri="{FF2B5EF4-FFF2-40B4-BE49-F238E27FC236}">
                  <a16:creationId xmlns:a16="http://schemas.microsoft.com/office/drawing/2014/main" id="{B4822A39-2A52-4B2C-9319-BEFC526DB0AF}"/>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2" name="Freeform 17">
              <a:extLst>
                <a:ext uri="{FF2B5EF4-FFF2-40B4-BE49-F238E27FC236}">
                  <a16:creationId xmlns:a16="http://schemas.microsoft.com/office/drawing/2014/main" id="{4E469692-E783-4950-8DEC-3A1FD3978B0C}"/>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18">
              <a:extLst>
                <a:ext uri="{FF2B5EF4-FFF2-40B4-BE49-F238E27FC236}">
                  <a16:creationId xmlns:a16="http://schemas.microsoft.com/office/drawing/2014/main" id="{012909CD-3254-41E5-B8BB-0F2D7CE0D89F}"/>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4" name="Freeform 19">
              <a:extLst>
                <a:ext uri="{FF2B5EF4-FFF2-40B4-BE49-F238E27FC236}">
                  <a16:creationId xmlns:a16="http://schemas.microsoft.com/office/drawing/2014/main" id="{93E7648E-861E-4503-AEDC-56C4EC507297}"/>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0">
              <a:extLst>
                <a:ext uri="{FF2B5EF4-FFF2-40B4-BE49-F238E27FC236}">
                  <a16:creationId xmlns:a16="http://schemas.microsoft.com/office/drawing/2014/main" id="{F9C72257-EBD0-4D1C-A32C-D846446872CB}"/>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6" name="Freeform 21">
              <a:extLst>
                <a:ext uri="{FF2B5EF4-FFF2-40B4-BE49-F238E27FC236}">
                  <a16:creationId xmlns:a16="http://schemas.microsoft.com/office/drawing/2014/main" id="{87BB2CBB-9C22-4E28-AB86-DC92AEE2DBD2}"/>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2">
              <a:extLst>
                <a:ext uri="{FF2B5EF4-FFF2-40B4-BE49-F238E27FC236}">
                  <a16:creationId xmlns:a16="http://schemas.microsoft.com/office/drawing/2014/main" id="{F85B3053-8D9F-410A-80C2-7960DDEA6A66}"/>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58" name="Freeform 23">
              <a:extLst>
                <a:ext uri="{FF2B5EF4-FFF2-40B4-BE49-F238E27FC236}">
                  <a16:creationId xmlns:a16="http://schemas.microsoft.com/office/drawing/2014/main" id="{E8FF5DA7-6E72-41F1-A54C-EAF440A274F3}"/>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60" name="Group 59">
            <a:extLst>
              <a:ext uri="{FF2B5EF4-FFF2-40B4-BE49-F238E27FC236}">
                <a16:creationId xmlns:a16="http://schemas.microsoft.com/office/drawing/2014/main" id="{A899734C-500F-4274-9854-8BFA14A1D7EE}"/>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669293" y="1186483"/>
            <a:ext cx="8848345" cy="4477933"/>
            <a:chOff x="1669293" y="1186483"/>
            <a:chExt cx="8848345" cy="4477933"/>
          </a:xfrm>
        </p:grpSpPr>
        <p:sp>
          <p:nvSpPr>
            <p:cNvPr id="98" name="Rectangle 97">
              <a:extLst>
                <a:ext uri="{FF2B5EF4-FFF2-40B4-BE49-F238E27FC236}">
                  <a16:creationId xmlns:a16="http://schemas.microsoft.com/office/drawing/2014/main" id="{FF07BF51-2934-47AD-A415-7400882F1477}"/>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a:xfrm>
              <a:off x="1674042" y="1186483"/>
              <a:ext cx="8843596"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 name="Isosceles Triangle 61">
              <a:extLst>
                <a:ext uri="{FF2B5EF4-FFF2-40B4-BE49-F238E27FC236}">
                  <a16:creationId xmlns:a16="http://schemas.microsoft.com/office/drawing/2014/main" id="{DD6E3DF0-EDC0-458B-9C5B-911814F0A681}"/>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9" name="Rectangle 98">
              <a:extLst>
                <a:ext uri="{FF2B5EF4-FFF2-40B4-BE49-F238E27FC236}">
                  <a16:creationId xmlns:a16="http://schemas.microsoft.com/office/drawing/2014/main" id="{5D0824B1-47C9-4504-99FB-CB15051979CA}"/>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a:xfrm>
              <a:off x="1669293" y="1991156"/>
              <a:ext cx="8845667"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useBgFill="1">
        <p:nvSpPr>
          <p:cNvPr id="65" name="Rectangle 64">
            <a:extLst>
              <a:ext uri="{FF2B5EF4-FFF2-40B4-BE49-F238E27FC236}">
                <a16:creationId xmlns:a16="http://schemas.microsoft.com/office/drawing/2014/main" id="{8334A2EF-69D9-41C1-9876-91D7FCF7C3C4}"/>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7" name="Group 66">
            <a:extLst>
              <a:ext uri="{FF2B5EF4-FFF2-40B4-BE49-F238E27FC236}">
                <a16:creationId xmlns:a16="http://schemas.microsoft.com/office/drawing/2014/main" id="{874C0C03-1202-4DC9-BA33-998DDFB3FB89}"/>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29674" y="-59376"/>
            <a:ext cx="12515851" cy="6923798"/>
            <a:chOff x="-329674" y="-51881"/>
            <a:chExt cx="12515851" cy="6923798"/>
          </a:xfrm>
        </p:grpSpPr>
        <p:sp>
          <p:nvSpPr>
            <p:cNvPr id="100" name="Freeform 5">
              <a:extLst>
                <a:ext uri="{FF2B5EF4-FFF2-40B4-BE49-F238E27FC236}">
                  <a16:creationId xmlns:a16="http://schemas.microsoft.com/office/drawing/2014/main" id="{60BF984B-F4C1-4BF0-B296-72CAD8814BD2}"/>
                </a:ext>
                <a:ext uri="{C183D7F6-B498-43B3-948B-1728B52AA6E4}">
                  <adec:decorative xmlns=""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29674" y="1298404"/>
              <a:ext cx="9702800" cy="5573512"/>
            </a:xfrm>
            <a:custGeom>
              <a:avLst/>
              <a:gdLst>
                <a:gd name="T0" fmla="*/ 1752 w 2038"/>
                <a:gd name="T1" fmla="*/ 1169 h 1169"/>
                <a:gd name="T2" fmla="*/ 1487 w 2038"/>
                <a:gd name="T3" fmla="*/ 334 h 1169"/>
                <a:gd name="T4" fmla="*/ 860 w 2038"/>
                <a:gd name="T5" fmla="*/ 22 h 1169"/>
                <a:gd name="T6" fmla="*/ 199 w 2038"/>
                <a:gd name="T7" fmla="*/ 318 h 1169"/>
                <a:gd name="T8" fmla="*/ 399 w 2038"/>
                <a:gd name="T9" fmla="*/ 1165 h 1169"/>
              </a:gdLst>
              <a:ahLst/>
              <a:cxnLst>
                <a:cxn ang="0">
                  <a:pos x="T0" y="T1"/>
                </a:cxn>
                <a:cxn ang="0">
                  <a:pos x="T2" y="T3"/>
                </a:cxn>
                <a:cxn ang="0">
                  <a:pos x="T4" y="T5"/>
                </a:cxn>
                <a:cxn ang="0">
                  <a:pos x="T6" y="T7"/>
                </a:cxn>
                <a:cxn ang="0">
                  <a:pos x="T8" y="T9"/>
                </a:cxn>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9" name="Freeform 6">
              <a:extLst>
                <a:ext uri="{FF2B5EF4-FFF2-40B4-BE49-F238E27FC236}">
                  <a16:creationId xmlns:a16="http://schemas.microsoft.com/office/drawing/2014/main" id="{2E887C16-A8CC-48BD-A34B-69B5D14BE1B0}"/>
                </a:ext>
                <a:ext uri="{C183D7F6-B498-43B3-948B-1728B52AA6E4}">
                  <adec:decorative xmlns=""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70451" y="2018236"/>
              <a:ext cx="7373938" cy="4848892"/>
            </a:xfrm>
            <a:custGeom>
              <a:avLst/>
              <a:gdLst>
                <a:gd name="T0" fmla="*/ 1025 w 1549"/>
                <a:gd name="T1" fmla="*/ 1016 h 1017"/>
                <a:gd name="T2" fmla="*/ 1443 w 1549"/>
                <a:gd name="T3" fmla="*/ 592 h 1017"/>
                <a:gd name="T4" fmla="*/ 782 w 1549"/>
                <a:gd name="T5" fmla="*/ 53 h 1017"/>
                <a:gd name="T6" fmla="*/ 150 w 1549"/>
                <a:gd name="T7" fmla="*/ 329 h 1017"/>
                <a:gd name="T8" fmla="*/ 477 w 1549"/>
                <a:gd name="T9" fmla="*/ 1017 h 1017"/>
              </a:gdLst>
              <a:ahLst/>
              <a:cxnLst>
                <a:cxn ang="0">
                  <a:pos x="T0" y="T1"/>
                </a:cxn>
                <a:cxn ang="0">
                  <a:pos x="T2" y="T3"/>
                </a:cxn>
                <a:cxn ang="0">
                  <a:pos x="T4" y="T5"/>
                </a:cxn>
                <a:cxn ang="0">
                  <a:pos x="T6" y="T7"/>
                </a:cxn>
                <a:cxn ang="0">
                  <a:pos x="T8" y="T9"/>
                </a:cxn>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0" name="Freeform 7">
              <a:extLst>
                <a:ext uri="{FF2B5EF4-FFF2-40B4-BE49-F238E27FC236}">
                  <a16:creationId xmlns:a16="http://schemas.microsoft.com/office/drawing/2014/main" id="{1194B805-0CE2-4FD6-804E-2771E18BB472}"/>
                </a:ext>
                <a:ext uri="{C183D7F6-B498-43B3-948B-1728B52AA6E4}">
                  <adec:decorative xmlns=""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51351" y="1788400"/>
              <a:ext cx="8035925" cy="5083516"/>
            </a:xfrm>
            <a:custGeom>
              <a:avLst/>
              <a:gdLst>
                <a:gd name="T0" fmla="*/ 1302 w 1688"/>
                <a:gd name="T1" fmla="*/ 1066 h 1066"/>
                <a:gd name="T2" fmla="*/ 1613 w 1688"/>
                <a:gd name="T3" fmla="*/ 850 h 1066"/>
                <a:gd name="T4" fmla="*/ 1517 w 1688"/>
                <a:gd name="T5" fmla="*/ 471 h 1066"/>
                <a:gd name="T6" fmla="*/ 798 w 1688"/>
                <a:gd name="T7" fmla="*/ 28 h 1066"/>
                <a:gd name="T8" fmla="*/ 181 w 1688"/>
                <a:gd name="T9" fmla="*/ 333 h 1066"/>
                <a:gd name="T10" fmla="*/ 420 w 1688"/>
                <a:gd name="T11" fmla="*/ 1066 h 1066"/>
              </a:gdLst>
              <a:ahLst/>
              <a:cxnLst>
                <a:cxn ang="0">
                  <a:pos x="T0" y="T1"/>
                </a:cxn>
                <a:cxn ang="0">
                  <a:pos x="T2" y="T3"/>
                </a:cxn>
                <a:cxn ang="0">
                  <a:pos x="T4" y="T5"/>
                </a:cxn>
                <a:cxn ang="0">
                  <a:pos x="T6" y="T7"/>
                </a:cxn>
                <a:cxn ang="0">
                  <a:pos x="T8" y="T9"/>
                </a:cxn>
                <a:cxn ang="0">
                  <a:pos x="T10" y="T11"/>
                </a:cxn>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1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1" name="Freeform 8">
              <a:extLst>
                <a:ext uri="{FF2B5EF4-FFF2-40B4-BE49-F238E27FC236}">
                  <a16:creationId xmlns:a16="http://schemas.microsoft.com/office/drawing/2014/main" id="{96000EBD-113B-4BB5-94F2-B2C961094899}"/>
                </a:ext>
                <a:ext uri="{C183D7F6-B498-43B3-948B-1728B52AA6E4}">
                  <adec:decorative xmlns=""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1" y="549842"/>
              <a:ext cx="10334625" cy="6322075"/>
            </a:xfrm>
            <a:custGeom>
              <a:avLst/>
              <a:gdLst>
                <a:gd name="T0" fmla="*/ 1873 w 2171"/>
                <a:gd name="T1" fmla="*/ 1326 h 1326"/>
                <a:gd name="T2" fmla="*/ 1609 w 2171"/>
                <a:gd name="T3" fmla="*/ 473 h 1326"/>
                <a:gd name="T4" fmla="*/ 880 w 2171"/>
                <a:gd name="T5" fmla="*/ 63 h 1326"/>
                <a:gd name="T6" fmla="*/ 0 w 2171"/>
                <a:gd name="T7" fmla="*/ 423 h 1326"/>
              </a:gdLst>
              <a:ahLst/>
              <a:cxnLst>
                <a:cxn ang="0">
                  <a:pos x="T0" y="T1"/>
                </a:cxn>
                <a:cxn ang="0">
                  <a:pos x="T2" y="T3"/>
                </a:cxn>
                <a:cxn ang="0">
                  <a:pos x="T4" y="T5"/>
                </a:cxn>
                <a:cxn ang="0">
                  <a:pos x="T6" y="T7"/>
                </a:cxn>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2" name="Freeform 9">
              <a:extLst>
                <a:ext uri="{FF2B5EF4-FFF2-40B4-BE49-F238E27FC236}">
                  <a16:creationId xmlns:a16="http://schemas.microsoft.com/office/drawing/2014/main" id="{C2C37892-BF6A-4DDB-BAA9-48B6A051E9A3}"/>
                </a:ext>
                <a:ext uri="{C183D7F6-B498-43B3-948B-1728B52AA6E4}">
                  <adec:decorative xmlns=""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701" y="6186246"/>
              <a:ext cx="504825" cy="681527"/>
            </a:xfrm>
            <a:custGeom>
              <a:avLst/>
              <a:gdLst>
                <a:gd name="T0" fmla="*/ 0 w 106"/>
                <a:gd name="T1" fmla="*/ 0 h 143"/>
                <a:gd name="T2" fmla="*/ 106 w 106"/>
                <a:gd name="T3" fmla="*/ 143 h 143"/>
              </a:gdLst>
              <a:ahLst/>
              <a:cxnLst>
                <a:cxn ang="0">
                  <a:pos x="T0" y="T1"/>
                </a:cxn>
                <a:cxn ang="0">
                  <a:pos x="T2" y="T3"/>
                </a:cxn>
              </a:cxnLst>
              <a:rect l="0" t="0" r="r" b="b"/>
              <a:pathLst>
                <a:path w="106" h="143">
                  <a:moveTo>
                    <a:pt x="0" y="0"/>
                  </a:moveTo>
                  <a:cubicBezTo>
                    <a:pt x="35" y="54"/>
                    <a:pt x="70" y="101"/>
                    <a:pt x="106" y="143"/>
                  </a:cubicBezTo>
                </a:path>
              </a:pathLst>
            </a:custGeom>
            <a:noFill/>
            <a:ln w="4763"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3" name="Freeform 10">
              <a:extLst>
                <a:ext uri="{FF2B5EF4-FFF2-40B4-BE49-F238E27FC236}">
                  <a16:creationId xmlns:a16="http://schemas.microsoft.com/office/drawing/2014/main" id="{B3A53A2B-EB9B-4318-A7F9-E371D211E740}"/>
                </a:ext>
                <a:ext uri="{C183D7F6-B498-43B3-948B-1728B52AA6E4}">
                  <adec:decorative xmlns=""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1" y="-51881"/>
              <a:ext cx="11091863" cy="6923796"/>
            </a:xfrm>
            <a:custGeom>
              <a:avLst/>
              <a:gdLst>
                <a:gd name="T0" fmla="*/ 2046 w 2330"/>
                <a:gd name="T1" fmla="*/ 1452 h 1452"/>
                <a:gd name="T2" fmla="*/ 1813 w 2330"/>
                <a:gd name="T3" fmla="*/ 601 h 1452"/>
                <a:gd name="T4" fmla="*/ 956 w 2330"/>
                <a:gd name="T5" fmla="*/ 97 h 1452"/>
                <a:gd name="T6" fmla="*/ 0 w 2330"/>
                <a:gd name="T7" fmla="*/ 366 h 1452"/>
              </a:gdLst>
              <a:ahLst/>
              <a:cxnLst>
                <a:cxn ang="0">
                  <a:pos x="T0" y="T1"/>
                </a:cxn>
                <a:cxn ang="0">
                  <a:pos x="T2" y="T3"/>
                </a:cxn>
                <a:cxn ang="0">
                  <a:pos x="T4" y="T5"/>
                </a:cxn>
                <a:cxn ang="0">
                  <a:pos x="T6" y="T7"/>
                </a:cxn>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4" name="Freeform 11">
              <a:extLst>
                <a:ext uri="{FF2B5EF4-FFF2-40B4-BE49-F238E27FC236}">
                  <a16:creationId xmlns:a16="http://schemas.microsoft.com/office/drawing/2014/main" id="{59001F5F-9338-43E1-BB4B-21C681CA201C}"/>
                </a:ext>
                <a:ext uri="{C183D7F6-B498-43B3-948B-1728B52AA6E4}">
                  <adec:decorative xmlns=""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426601" y="5579"/>
              <a:ext cx="5788025" cy="6847184"/>
            </a:xfrm>
            <a:custGeom>
              <a:avLst/>
              <a:gdLst>
                <a:gd name="T0" fmla="*/ 1094 w 1216"/>
                <a:gd name="T1" fmla="*/ 1436 h 1436"/>
                <a:gd name="T2" fmla="*/ 709 w 1216"/>
                <a:gd name="T3" fmla="*/ 551 h 1436"/>
                <a:gd name="T4" fmla="*/ 0 w 1216"/>
                <a:gd name="T5" fmla="*/ 0 h 1436"/>
              </a:gdLst>
              <a:ahLst/>
              <a:cxnLst>
                <a:cxn ang="0">
                  <a:pos x="T0" y="T1"/>
                </a:cxn>
                <a:cxn ang="0">
                  <a:pos x="T2" y="T3"/>
                </a:cxn>
                <a:cxn ang="0">
                  <a:pos x="T4" y="T5"/>
                </a:cxn>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5" name="Freeform 12">
              <a:extLst>
                <a:ext uri="{FF2B5EF4-FFF2-40B4-BE49-F238E27FC236}">
                  <a16:creationId xmlns:a16="http://schemas.microsoft.com/office/drawing/2014/main" id="{24781ABE-347F-40E9-9BB2-3E35C8F153F4}"/>
                </a:ext>
                <a:ext uri="{C183D7F6-B498-43B3-948B-1728B52AA6E4}">
                  <adec:decorative xmlns=""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1" y="5579"/>
              <a:ext cx="1057275" cy="614491"/>
            </a:xfrm>
            <a:custGeom>
              <a:avLst/>
              <a:gdLst>
                <a:gd name="T0" fmla="*/ 222 w 222"/>
                <a:gd name="T1" fmla="*/ 0 h 129"/>
                <a:gd name="T2" fmla="*/ 0 w 222"/>
                <a:gd name="T3" fmla="*/ 129 h 129"/>
              </a:gdLst>
              <a:ahLst/>
              <a:cxnLst>
                <a:cxn ang="0">
                  <a:pos x="T0" y="T1"/>
                </a:cxn>
                <a:cxn ang="0">
                  <a:pos x="T2" y="T3"/>
                </a:cxn>
              </a:cxnLst>
              <a:rect l="0" t="0" r="r" b="b"/>
              <a:pathLst>
                <a:path w="222" h="129">
                  <a:moveTo>
                    <a:pt x="222" y="0"/>
                  </a:moveTo>
                  <a:cubicBezTo>
                    <a:pt x="152" y="35"/>
                    <a:pt x="76" y="78"/>
                    <a:pt x="0" y="129"/>
                  </a:cubicBezTo>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6" name="Freeform 13">
              <a:extLst>
                <a:ext uri="{FF2B5EF4-FFF2-40B4-BE49-F238E27FC236}">
                  <a16:creationId xmlns:a16="http://schemas.microsoft.com/office/drawing/2014/main" id="{6D8A7767-4D16-4AB7-8277-D66FEC7F74C3}"/>
                </a:ext>
                <a:ext uri="{C183D7F6-B498-43B3-948B-1728B52AA6E4}">
                  <adec:decorative xmlns=""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21889" y="5579"/>
              <a:ext cx="5588000" cy="6866337"/>
            </a:xfrm>
            <a:custGeom>
              <a:avLst/>
              <a:gdLst>
                <a:gd name="T0" fmla="*/ 1067 w 1174"/>
                <a:gd name="T1" fmla="*/ 1440 h 1440"/>
                <a:gd name="T2" fmla="*/ 698 w 1174"/>
                <a:gd name="T3" fmla="*/ 577 h 1440"/>
                <a:gd name="T4" fmla="*/ 0 w 1174"/>
                <a:gd name="T5" fmla="*/ 0 h 1440"/>
              </a:gdLst>
              <a:ahLst/>
              <a:cxnLst>
                <a:cxn ang="0">
                  <a:pos x="T0" y="T1"/>
                </a:cxn>
                <a:cxn ang="0">
                  <a:pos x="T2" y="T3"/>
                </a:cxn>
                <a:cxn ang="0">
                  <a:pos x="T4" y="T5"/>
                </a:cxn>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1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7" name="Freeform 14">
              <a:extLst>
                <a:ext uri="{FF2B5EF4-FFF2-40B4-BE49-F238E27FC236}">
                  <a16:creationId xmlns:a16="http://schemas.microsoft.com/office/drawing/2014/main" id="{1B7D649D-9559-4E1D-937A-35194835023A}"/>
                </a:ext>
                <a:ext uri="{C183D7F6-B498-43B3-948B-1728B52AA6E4}">
                  <adec:decorative xmlns=""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701" y="790"/>
              <a:ext cx="595313" cy="352734"/>
            </a:xfrm>
            <a:custGeom>
              <a:avLst/>
              <a:gdLst>
                <a:gd name="T0" fmla="*/ 125 w 125"/>
                <a:gd name="T1" fmla="*/ 0 h 74"/>
                <a:gd name="T2" fmla="*/ 0 w 125"/>
                <a:gd name="T3" fmla="*/ 74 h 74"/>
              </a:gdLst>
              <a:ahLst/>
              <a:cxnLst>
                <a:cxn ang="0">
                  <a:pos x="T0" y="T1"/>
                </a:cxn>
                <a:cxn ang="0">
                  <a:pos x="T2" y="T3"/>
                </a:cxn>
              </a:cxnLst>
              <a:rect l="0" t="0" r="r" b="b"/>
              <a:pathLst>
                <a:path w="125" h="74">
                  <a:moveTo>
                    <a:pt x="125" y="0"/>
                  </a:moveTo>
                  <a:cubicBezTo>
                    <a:pt x="85" y="22"/>
                    <a:pt x="43" y="47"/>
                    <a:pt x="0" y="74"/>
                  </a:cubicBezTo>
                </a:path>
              </a:pathLst>
            </a:custGeom>
            <a:noFill/>
            <a:ln w="9525" cap="flat">
              <a:solidFill>
                <a:schemeClr val="tx1">
                  <a:alpha val="1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8" name="Freeform 15">
              <a:extLst>
                <a:ext uri="{FF2B5EF4-FFF2-40B4-BE49-F238E27FC236}">
                  <a16:creationId xmlns:a16="http://schemas.microsoft.com/office/drawing/2014/main" id="{45AA5D21-8C7B-4C77-815C-C3A8EA0A589E}"/>
                </a:ext>
                <a:ext uri="{C183D7F6-B498-43B3-948B-1728B52AA6E4}">
                  <adec:decorative xmlns=""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012389" y="5579"/>
              <a:ext cx="5497513" cy="6866337"/>
            </a:xfrm>
            <a:custGeom>
              <a:avLst/>
              <a:gdLst>
                <a:gd name="T0" fmla="*/ 1056 w 1155"/>
                <a:gd name="T1" fmla="*/ 1440 h 1440"/>
                <a:gd name="T2" fmla="*/ 686 w 1155"/>
                <a:gd name="T3" fmla="*/ 580 h 1440"/>
                <a:gd name="T4" fmla="*/ 0 w 1155"/>
                <a:gd name="T5" fmla="*/ 0 h 1440"/>
              </a:gdLst>
              <a:ahLst/>
              <a:cxnLst>
                <a:cxn ang="0">
                  <a:pos x="T0" y="T1"/>
                </a:cxn>
                <a:cxn ang="0">
                  <a:pos x="T2" y="T3"/>
                </a:cxn>
                <a:cxn ang="0">
                  <a:pos x="T4" y="T5"/>
                </a:cxn>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1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9" name="Freeform 16">
              <a:extLst>
                <a:ext uri="{FF2B5EF4-FFF2-40B4-BE49-F238E27FC236}">
                  <a16:creationId xmlns:a16="http://schemas.microsoft.com/office/drawing/2014/main" id="{D7A46675-AA96-41DB-B9DB-CAA471A20727}"/>
                </a:ext>
                <a:ext uri="{C183D7F6-B498-43B3-948B-1728B52AA6E4}">
                  <adec:decorative xmlns=""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1" y="5579"/>
              <a:ext cx="357188" cy="213875"/>
            </a:xfrm>
            <a:custGeom>
              <a:avLst/>
              <a:gdLst>
                <a:gd name="T0" fmla="*/ 75 w 75"/>
                <a:gd name="T1" fmla="*/ 0 h 45"/>
                <a:gd name="T2" fmla="*/ 0 w 75"/>
                <a:gd name="T3" fmla="*/ 45 h 45"/>
              </a:gdLst>
              <a:ahLst/>
              <a:cxnLst>
                <a:cxn ang="0">
                  <a:pos x="T0" y="T1"/>
                </a:cxn>
                <a:cxn ang="0">
                  <a:pos x="T2" y="T3"/>
                </a:cxn>
              </a:cxnLst>
              <a:rect l="0" t="0" r="r" b="b"/>
              <a:pathLst>
                <a:path w="75" h="45">
                  <a:moveTo>
                    <a:pt x="75" y="0"/>
                  </a:moveTo>
                  <a:cubicBezTo>
                    <a:pt x="50" y="14"/>
                    <a:pt x="25" y="29"/>
                    <a:pt x="0" y="45"/>
                  </a:cubicBezTo>
                </a:path>
              </a:pathLst>
            </a:custGeom>
            <a:noFill/>
            <a:ln w="12700" cap="flat">
              <a:solidFill>
                <a:schemeClr val="tx1">
                  <a:alpha val="1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0" name="Freeform 17">
              <a:extLst>
                <a:ext uri="{FF2B5EF4-FFF2-40B4-BE49-F238E27FC236}">
                  <a16:creationId xmlns:a16="http://schemas.microsoft.com/office/drawing/2014/main" id="{82090F8A-ECF2-423C-98D0-8EF2262203B4}"/>
                </a:ext>
                <a:ext uri="{C183D7F6-B498-43B3-948B-1728B52AA6E4}">
                  <adec:decorative xmlns=""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210826" y="790"/>
              <a:ext cx="5522913" cy="6871126"/>
            </a:xfrm>
            <a:custGeom>
              <a:avLst/>
              <a:gdLst>
                <a:gd name="T0" fmla="*/ 1053 w 1160"/>
                <a:gd name="T1" fmla="*/ 1441 h 1441"/>
                <a:gd name="T2" fmla="*/ 705 w 1160"/>
                <a:gd name="T3" fmla="*/ 599 h 1441"/>
                <a:gd name="T4" fmla="*/ 0 w 1160"/>
                <a:gd name="T5" fmla="*/ 0 h 1441"/>
              </a:gdLst>
              <a:ahLst/>
              <a:cxnLst>
                <a:cxn ang="0">
                  <a:pos x="T0" y="T1"/>
                </a:cxn>
                <a:cxn ang="0">
                  <a:pos x="T2" y="T3"/>
                </a:cxn>
                <a:cxn ang="0">
                  <a:pos x="T4" y="T5"/>
                </a:cxn>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1" name="Freeform 18">
              <a:extLst>
                <a:ext uri="{FF2B5EF4-FFF2-40B4-BE49-F238E27FC236}">
                  <a16:creationId xmlns:a16="http://schemas.microsoft.com/office/drawing/2014/main" id="{EA5DE46B-A4BE-407F-835A-693D3E979EA4}"/>
                </a:ext>
                <a:ext uri="{C183D7F6-B498-43B3-948B-1728B52AA6E4}">
                  <adec:decorative xmlns=""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463239" y="5579"/>
              <a:ext cx="5413375" cy="6866337"/>
            </a:xfrm>
            <a:custGeom>
              <a:avLst/>
              <a:gdLst>
                <a:gd name="T0" fmla="*/ 1040 w 1137"/>
                <a:gd name="T1" fmla="*/ 1440 h 1440"/>
                <a:gd name="T2" fmla="*/ 698 w 1137"/>
                <a:gd name="T3" fmla="*/ 611 h 1440"/>
                <a:gd name="T4" fmla="*/ 0 w 1137"/>
                <a:gd name="T5" fmla="*/ 0 h 1440"/>
              </a:gdLst>
              <a:ahLst/>
              <a:cxnLst>
                <a:cxn ang="0">
                  <a:pos x="T0" y="T1"/>
                </a:cxn>
                <a:cxn ang="0">
                  <a:pos x="T2" y="T3"/>
                </a:cxn>
                <a:cxn ang="0">
                  <a:pos x="T4" y="T5"/>
                </a:cxn>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2" name="Freeform 19">
              <a:extLst>
                <a:ext uri="{FF2B5EF4-FFF2-40B4-BE49-F238E27FC236}">
                  <a16:creationId xmlns:a16="http://schemas.microsoft.com/office/drawing/2014/main" id="{429E4297-5489-465D-A6D7-03BD468E05C3}"/>
                </a:ext>
                <a:ext uri="{C183D7F6-B498-43B3-948B-1728B52AA6E4}">
                  <adec:decorative xmlns=""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77576" y="5579"/>
              <a:ext cx="5037138" cy="6861550"/>
            </a:xfrm>
            <a:custGeom>
              <a:avLst/>
              <a:gdLst>
                <a:gd name="T0" fmla="*/ 1011 w 1058"/>
                <a:gd name="T1" fmla="*/ 1439 h 1439"/>
                <a:gd name="T2" fmla="*/ 648 w 1058"/>
                <a:gd name="T3" fmla="*/ 617 h 1439"/>
                <a:gd name="T4" fmla="*/ 0 w 1058"/>
                <a:gd name="T5" fmla="*/ 0 h 1439"/>
              </a:gdLst>
              <a:ahLst/>
              <a:cxnLst>
                <a:cxn ang="0">
                  <a:pos x="T0" y="T1"/>
                </a:cxn>
                <a:cxn ang="0">
                  <a:pos x="T2" y="T3"/>
                </a:cxn>
                <a:cxn ang="0">
                  <a:pos x="T4" y="T5"/>
                </a:cxn>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3" name="Freeform 20">
              <a:extLst>
                <a:ext uri="{FF2B5EF4-FFF2-40B4-BE49-F238E27FC236}">
                  <a16:creationId xmlns:a16="http://schemas.microsoft.com/office/drawing/2014/main" id="{69A4CFA1-B603-453B-AC53-49E8A8DF7EEA}"/>
                </a:ext>
                <a:ext uri="{C183D7F6-B498-43B3-948B-1728B52AA6E4}">
                  <adec:decorative xmlns=""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768289" y="5579"/>
              <a:ext cx="3417888" cy="2742066"/>
            </a:xfrm>
            <a:custGeom>
              <a:avLst/>
              <a:gdLst>
                <a:gd name="T0" fmla="*/ 718 w 718"/>
                <a:gd name="T1" fmla="*/ 575 h 575"/>
                <a:gd name="T2" fmla="*/ 0 w 718"/>
                <a:gd name="T3" fmla="*/ 0 h 575"/>
              </a:gdLst>
              <a:ahLst/>
              <a:cxnLst>
                <a:cxn ang="0">
                  <a:pos x="T0" y="T1"/>
                </a:cxn>
                <a:cxn ang="0">
                  <a:pos x="T2" y="T3"/>
                </a:cxn>
              </a:cxnLst>
              <a:rect l="0" t="0" r="r" b="b"/>
              <a:pathLst>
                <a:path w="718" h="575">
                  <a:moveTo>
                    <a:pt x="718" y="575"/>
                  </a:moveTo>
                  <a:cubicBezTo>
                    <a:pt x="500" y="360"/>
                    <a:pt x="260" y="163"/>
                    <a:pt x="0" y="0"/>
                  </a:cubicBezTo>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4" name="Freeform 21">
              <a:extLst>
                <a:ext uri="{FF2B5EF4-FFF2-40B4-BE49-F238E27FC236}">
                  <a16:creationId xmlns:a16="http://schemas.microsoft.com/office/drawing/2014/main" id="{7A997EDF-8927-490B-AD5F-046317B8B2BF}"/>
                </a:ext>
                <a:ext uri="{C183D7F6-B498-43B3-948B-1728B52AA6E4}">
                  <adec:decorative xmlns=""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9235014" y="10367"/>
              <a:ext cx="2951163" cy="2555325"/>
            </a:xfrm>
            <a:custGeom>
              <a:avLst/>
              <a:gdLst>
                <a:gd name="T0" fmla="*/ 620 w 620"/>
                <a:gd name="T1" fmla="*/ 536 h 536"/>
                <a:gd name="T2" fmla="*/ 0 w 620"/>
                <a:gd name="T3" fmla="*/ 0 h 536"/>
              </a:gdLst>
              <a:ahLst/>
              <a:cxnLst>
                <a:cxn ang="0">
                  <a:pos x="T0" y="T1"/>
                </a:cxn>
                <a:cxn ang="0">
                  <a:pos x="T2" y="T3"/>
                </a:cxn>
              </a:cxnLst>
              <a:rect l="0" t="0" r="r" b="b"/>
              <a:pathLst>
                <a:path w="620" h="536">
                  <a:moveTo>
                    <a:pt x="620" y="536"/>
                  </a:moveTo>
                  <a:cubicBezTo>
                    <a:pt x="404" y="314"/>
                    <a:pt x="196" y="138"/>
                    <a:pt x="0" y="0"/>
                  </a:cubicBezTo>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5" name="Freeform 22">
              <a:extLst>
                <a:ext uri="{FF2B5EF4-FFF2-40B4-BE49-F238E27FC236}">
                  <a16:creationId xmlns:a16="http://schemas.microsoft.com/office/drawing/2014/main" id="{3C91BE84-B1A4-4592-A942-2C72C86DD8C8}"/>
                </a:ext>
                <a:ext uri="{C183D7F6-B498-43B3-948B-1728B52AA6E4}">
                  <adec:decorative xmlns=""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020826" y="5579"/>
              <a:ext cx="2165350" cy="1358265"/>
            </a:xfrm>
            <a:custGeom>
              <a:avLst/>
              <a:gdLst>
                <a:gd name="T0" fmla="*/ 0 w 455"/>
                <a:gd name="T1" fmla="*/ 0 h 285"/>
                <a:gd name="T2" fmla="*/ 455 w 455"/>
                <a:gd name="T3" fmla="*/ 285 h 285"/>
              </a:gdLst>
              <a:ahLst/>
              <a:cxnLst>
                <a:cxn ang="0">
                  <a:pos x="T0" y="T1"/>
                </a:cxn>
                <a:cxn ang="0">
                  <a:pos x="T2" y="T3"/>
                </a:cxn>
              </a:cxnLst>
              <a:rect l="0" t="0" r="r" b="b"/>
              <a:pathLst>
                <a:path w="455" h="285">
                  <a:moveTo>
                    <a:pt x="0" y="0"/>
                  </a:moveTo>
                  <a:cubicBezTo>
                    <a:pt x="153" y="85"/>
                    <a:pt x="308" y="180"/>
                    <a:pt x="455" y="285"/>
                  </a:cubicBezTo>
                </a:path>
              </a:pathLst>
            </a:custGeom>
            <a:noFill/>
            <a:ln w="9525" cap="flat">
              <a:solidFill>
                <a:schemeClr val="tx1">
                  <a:alpha val="1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6" name="Freeform 23">
              <a:extLst>
                <a:ext uri="{FF2B5EF4-FFF2-40B4-BE49-F238E27FC236}">
                  <a16:creationId xmlns:a16="http://schemas.microsoft.com/office/drawing/2014/main" id="{A0AAA5CD-6E44-429A-91FA-D650BAF9EE41}"/>
                </a:ext>
                <a:ext uri="{C183D7F6-B498-43B3-948B-1728B52AA6E4}">
                  <adec:decorative xmlns=""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90826" y="5579"/>
              <a:ext cx="895350" cy="534687"/>
            </a:xfrm>
            <a:custGeom>
              <a:avLst/>
              <a:gdLst>
                <a:gd name="T0" fmla="*/ 0 w 188"/>
                <a:gd name="T1" fmla="*/ 0 h 112"/>
                <a:gd name="T2" fmla="*/ 188 w 188"/>
                <a:gd name="T3" fmla="*/ 112 h 112"/>
              </a:gdLst>
              <a:ahLst/>
              <a:cxnLst>
                <a:cxn ang="0">
                  <a:pos x="T0" y="T1"/>
                </a:cxn>
                <a:cxn ang="0">
                  <a:pos x="T2" y="T3"/>
                </a:cxn>
              </a:cxnLst>
              <a:rect l="0" t="0" r="r" b="b"/>
              <a:pathLst>
                <a:path w="188" h="112">
                  <a:moveTo>
                    <a:pt x="0" y="0"/>
                  </a:moveTo>
                  <a:cubicBezTo>
                    <a:pt x="63" y="36"/>
                    <a:pt x="126" y="73"/>
                    <a:pt x="188" y="112"/>
                  </a:cubicBezTo>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2" name="Title 1">
            <a:extLst>
              <a:ext uri="{FF2B5EF4-FFF2-40B4-BE49-F238E27FC236}">
                <a16:creationId xmlns:a16="http://schemas.microsoft.com/office/drawing/2014/main" id="{8AE03CC0-9DF2-19B9-7824-6AECC7E58FBD}"/>
              </a:ext>
            </a:extLst>
          </p:cNvPr>
          <p:cNvSpPr>
            <a:spLocks noGrp="1"/>
          </p:cNvSpPr>
          <p:nvPr>
            <p:ph type="title"/>
          </p:nvPr>
        </p:nvSpPr>
        <p:spPr>
          <a:xfrm>
            <a:off x="7550663" y="1455611"/>
            <a:ext cx="3849624" cy="2312521"/>
          </a:xfrm>
        </p:spPr>
        <p:txBody>
          <a:bodyPr vert="horz" lIns="228600" tIns="228600" rIns="228600" bIns="0" rtlCol="0" anchor="b">
            <a:normAutofit/>
          </a:bodyPr>
          <a:lstStyle/>
          <a:p>
            <a:pPr algn="l">
              <a:lnSpc>
                <a:spcPct val="80000"/>
              </a:lnSpc>
            </a:pPr>
            <a:r>
              <a:rPr lang="en-US">
                <a:solidFill>
                  <a:schemeClr val="tx2"/>
                </a:solidFill>
              </a:rPr>
              <a:t>8.Use Case Diagram</a:t>
            </a:r>
          </a:p>
        </p:txBody>
      </p:sp>
      <p:sp>
        <p:nvSpPr>
          <p:cNvPr id="88" name="Rectangle 87">
            <a:extLst>
              <a:ext uri="{FF2B5EF4-FFF2-40B4-BE49-F238E27FC236}">
                <a16:creationId xmlns:a16="http://schemas.microsoft.com/office/drawing/2014/main" id="{C8CA0C52-5ACA-4F17-AA4A-312E0E110981}"/>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7720" y="795527"/>
            <a:ext cx="5970638" cy="5248847"/>
          </a:xfrm>
          <a:prstGeom prst="rect">
            <a:avLst/>
          </a:prstGeom>
          <a:solidFill>
            <a:schemeClr val="bg1"/>
          </a:solidFill>
          <a:ln w="19050">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diagram of a blood group&#10;&#10;AI-generated content may be incorrect.">
            <a:extLst>
              <a:ext uri="{FF2B5EF4-FFF2-40B4-BE49-F238E27FC236}">
                <a16:creationId xmlns:a16="http://schemas.microsoft.com/office/drawing/2014/main" id="{43E28AC9-FEC3-7B23-7E4A-0E337601F0F5}"/>
              </a:ext>
            </a:extLst>
          </p:cNvPr>
          <p:cNvPicPr>
            <a:picLocks noChangeAspect="1"/>
          </p:cNvPicPr>
          <p:nvPr/>
        </p:nvPicPr>
        <p:blipFill>
          <a:blip r:embed="rId2"/>
          <a:stretch>
            <a:fillRect/>
          </a:stretch>
        </p:blipFill>
        <p:spPr>
          <a:xfrm>
            <a:off x="972115" y="1748649"/>
            <a:ext cx="5641848" cy="3342601"/>
          </a:xfrm>
          <a:prstGeom prst="rect">
            <a:avLst/>
          </a:prstGeom>
          <a:ln w="12700">
            <a:noFill/>
          </a:ln>
        </p:spPr>
      </p:pic>
      <p:sp>
        <p:nvSpPr>
          <p:cNvPr id="90" name="Isosceles Triangle 39">
            <a:extLst>
              <a:ext uri="{FF2B5EF4-FFF2-40B4-BE49-F238E27FC236}">
                <a16:creationId xmlns:a16="http://schemas.microsoft.com/office/drawing/2014/main" id="{4F37E7FB-7372-47E3-914E-7CF7E94B1C4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750273" y="3291386"/>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9397332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A90E9-F19A-28B2-F03F-A190C8C983C0}"/>
              </a:ext>
            </a:extLst>
          </p:cNvPr>
          <p:cNvSpPr>
            <a:spLocks noGrp="1"/>
          </p:cNvSpPr>
          <p:nvPr>
            <p:ph type="title"/>
          </p:nvPr>
        </p:nvSpPr>
        <p:spPr/>
        <p:txBody>
          <a:bodyPr>
            <a:normAutofit/>
          </a:bodyPr>
          <a:lstStyle/>
          <a:p>
            <a:r>
              <a:rPr lang="en-US" b="1" dirty="0"/>
              <a:t>9. Expected Outcome</a:t>
            </a:r>
            <a:endParaRPr lang="en-US" dirty="0"/>
          </a:p>
        </p:txBody>
      </p:sp>
      <p:sp>
        <p:nvSpPr>
          <p:cNvPr id="3" name="Content Placeholder 2">
            <a:extLst>
              <a:ext uri="{FF2B5EF4-FFF2-40B4-BE49-F238E27FC236}">
                <a16:creationId xmlns:a16="http://schemas.microsoft.com/office/drawing/2014/main" id="{CD0EEC55-B1C1-25D5-6E34-BD92D94F1B2C}"/>
              </a:ext>
            </a:extLst>
          </p:cNvPr>
          <p:cNvSpPr>
            <a:spLocks noGrp="1"/>
          </p:cNvSpPr>
          <p:nvPr>
            <p:ph idx="1"/>
          </p:nvPr>
        </p:nvSpPr>
        <p:spPr>
          <a:xfrm>
            <a:off x="4633910" y="736599"/>
            <a:ext cx="7559993" cy="4851401"/>
          </a:xfrm>
        </p:spPr>
        <p:txBody>
          <a:bodyPr vert="horz" lIns="91440" tIns="45720" rIns="91440" bIns="45720" rtlCol="0" anchor="ctr">
            <a:noAutofit/>
          </a:bodyPr>
          <a:lstStyle/>
          <a:p>
            <a:endParaRPr lang="en-US" b="1" dirty="0"/>
          </a:p>
          <a:p>
            <a:pPr>
              <a:buClr>
                <a:srgbClr val="1287C3"/>
              </a:buClr>
            </a:pPr>
            <a:r>
              <a:rPr lang="en-US" sz="2000">
                <a:ea typeface="+mn-lt"/>
                <a:cs typeface="+mn-lt"/>
              </a:rPr>
              <a:t>A responsive, mobile-friendly platform to connect donors and recipients.</a:t>
            </a:r>
            <a:endParaRPr lang="en-US" sz="2000" dirty="0"/>
          </a:p>
          <a:p>
            <a:pPr>
              <a:buClr>
                <a:srgbClr val="1287C3"/>
              </a:buClr>
            </a:pPr>
            <a:r>
              <a:rPr lang="en-US" sz="2000">
                <a:ea typeface="+mn-lt"/>
                <a:cs typeface="+mn-lt"/>
              </a:rPr>
              <a:t>Reduced delays in blood supply during emergencies.</a:t>
            </a:r>
            <a:endParaRPr lang="en-US" sz="2000" dirty="0"/>
          </a:p>
          <a:p>
            <a:pPr>
              <a:buClr>
                <a:srgbClr val="1287C3"/>
              </a:buClr>
            </a:pPr>
            <a:r>
              <a:rPr lang="en-US" sz="2000">
                <a:ea typeface="+mn-lt"/>
                <a:cs typeface="+mn-lt"/>
              </a:rPr>
              <a:t>Increased donor engagement through notifications and educational resources.</a:t>
            </a:r>
            <a:endParaRPr lang="en-US" sz="2000" dirty="0"/>
          </a:p>
          <a:p>
            <a:pPr>
              <a:buClr>
                <a:srgbClr val="1287C3"/>
              </a:buClr>
            </a:pPr>
            <a:r>
              <a:rPr lang="en-US" sz="2000">
                <a:ea typeface="+mn-lt"/>
                <a:cs typeface="+mn-lt"/>
              </a:rPr>
              <a:t>Secure management of sensitive user data.</a:t>
            </a:r>
            <a:endParaRPr lang="en-US" sz="2000" dirty="0"/>
          </a:p>
          <a:p>
            <a:pPr>
              <a:buClr>
                <a:srgbClr val="1287C3"/>
              </a:buClr>
            </a:pPr>
            <a:r>
              <a:rPr lang="en-US" sz="2000">
                <a:ea typeface="+mn-lt"/>
                <a:cs typeface="+mn-lt"/>
              </a:rPr>
              <a:t>Efficient organization of donation drives.</a:t>
            </a:r>
            <a:endParaRPr lang="en-US" sz="2000" dirty="0"/>
          </a:p>
          <a:p>
            <a:pPr>
              <a:buClr>
                <a:srgbClr val="1287C3"/>
              </a:buClr>
            </a:pPr>
            <a:endParaRPr lang="en-US" sz="2000" dirty="0"/>
          </a:p>
        </p:txBody>
      </p:sp>
    </p:spTree>
    <p:extLst>
      <p:ext uri="{BB962C8B-B14F-4D97-AF65-F5344CB8AC3E}">
        <p14:creationId xmlns:p14="http://schemas.microsoft.com/office/powerpoint/2010/main" val="44901140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74838-D257-E1CD-E546-86AE37CE697E}"/>
              </a:ext>
            </a:extLst>
          </p:cNvPr>
          <p:cNvSpPr>
            <a:spLocks noGrp="1"/>
          </p:cNvSpPr>
          <p:nvPr>
            <p:ph type="title"/>
          </p:nvPr>
        </p:nvSpPr>
        <p:spPr/>
        <p:txBody>
          <a:bodyPr/>
          <a:lstStyle/>
          <a:p>
            <a:r>
              <a:rPr lang="en-US" b="1" dirty="0"/>
              <a:t>10. Conclusion</a:t>
            </a:r>
            <a:endParaRPr lang="en-US" dirty="0"/>
          </a:p>
        </p:txBody>
      </p:sp>
      <p:sp>
        <p:nvSpPr>
          <p:cNvPr id="3" name="Content Placeholder 2">
            <a:extLst>
              <a:ext uri="{FF2B5EF4-FFF2-40B4-BE49-F238E27FC236}">
                <a16:creationId xmlns:a16="http://schemas.microsoft.com/office/drawing/2014/main" id="{C1DB2776-04C6-6BA1-B9A2-FAC42CFB3AD5}"/>
              </a:ext>
            </a:extLst>
          </p:cNvPr>
          <p:cNvSpPr>
            <a:spLocks noGrp="1"/>
          </p:cNvSpPr>
          <p:nvPr>
            <p:ph idx="1"/>
          </p:nvPr>
        </p:nvSpPr>
        <p:spPr>
          <a:xfrm>
            <a:off x="4684710" y="313414"/>
            <a:ext cx="6828473" cy="7230165"/>
          </a:xfrm>
        </p:spPr>
        <p:txBody>
          <a:bodyPr>
            <a:normAutofit/>
          </a:bodyPr>
          <a:lstStyle/>
          <a:p>
            <a:r>
              <a:rPr lang="en-US" sz="2000">
                <a:ea typeface="+mn-lt"/>
                <a:cs typeface="+mn-lt"/>
              </a:rPr>
              <a:t>This project focuses on creating an easy-to-use platform for managing blood donations efficiently. With tools like Django, Firebase, and Google Maps API, it ensures a seamless user experience, secure data management, and real-time updates. Hosting on AWS makes it scalable and future-ready.</a:t>
            </a:r>
            <a:endParaRPr lang="en-US" sz="2000" b="1"/>
          </a:p>
          <a:p>
            <a:pPr>
              <a:buClr>
                <a:srgbClr val="1287C3"/>
              </a:buClr>
            </a:pPr>
            <a:r>
              <a:rPr lang="en-US" sz="2000">
                <a:ea typeface="+mn-lt"/>
                <a:cs typeface="+mn-lt"/>
              </a:rPr>
              <a:t>By following an Agile approach, the platform is designed to be accessible, reliable, and practical, addressing the limitations of existing systems. It effectively connects donors, recipients, and administrators while fostering community engagement.</a:t>
            </a:r>
            <a:endParaRPr lang="en-US" sz="2000"/>
          </a:p>
          <a:p>
            <a:pPr>
              <a:buClr>
                <a:srgbClr val="1287C3"/>
              </a:buClr>
            </a:pPr>
            <a:r>
              <a:rPr lang="en-US" sz="2000">
                <a:ea typeface="+mn-lt"/>
                <a:cs typeface="+mn-lt"/>
              </a:rPr>
              <a:t>In essence, this project combines technology with purpose, making blood donation simpler, safer, and more impactful—a meaningful step toward saving lives and building stronger connections.</a:t>
            </a:r>
            <a:endParaRPr lang="en-US" sz="2000"/>
          </a:p>
          <a:p>
            <a:pPr>
              <a:buClr>
                <a:srgbClr val="1287C3"/>
              </a:buClr>
            </a:pPr>
            <a:endParaRPr lang="en-US" sz="2000" b="1" dirty="0"/>
          </a:p>
          <a:p>
            <a:pPr>
              <a:buClr>
                <a:srgbClr val="30ACEC">
                  <a:lumMod val="75000"/>
                </a:srgbClr>
              </a:buClr>
            </a:pPr>
            <a:endParaRPr lang="en-US" sz="2000"/>
          </a:p>
        </p:txBody>
      </p:sp>
    </p:spTree>
    <p:extLst>
      <p:ext uri="{BB962C8B-B14F-4D97-AF65-F5344CB8AC3E}">
        <p14:creationId xmlns:p14="http://schemas.microsoft.com/office/powerpoint/2010/main" val="270712556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6BB69-2D56-8C25-2AC8-41F3EEB03E13}"/>
              </a:ext>
            </a:extLst>
          </p:cNvPr>
          <p:cNvSpPr>
            <a:spLocks noGrp="1"/>
          </p:cNvSpPr>
          <p:nvPr>
            <p:ph type="title"/>
          </p:nvPr>
        </p:nvSpPr>
        <p:spPr/>
        <p:txBody>
          <a:bodyPr/>
          <a:lstStyle/>
          <a:p>
            <a:r>
              <a:rPr lang="en-US" b="1" dirty="0"/>
              <a:t>11.Reference</a:t>
            </a:r>
          </a:p>
        </p:txBody>
      </p:sp>
      <p:sp>
        <p:nvSpPr>
          <p:cNvPr id="7" name="Rectangle 4"/>
          <p:cNvSpPr>
            <a:spLocks noGrp="1" noChangeArrowheads="1"/>
          </p:cNvSpPr>
          <p:nvPr>
            <p:ph idx="1"/>
          </p:nvPr>
        </p:nvSpPr>
        <p:spPr bwMode="auto">
          <a:xfrm>
            <a:off x="4716379" y="1534671"/>
            <a:ext cx="7270575"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smtClean="0">
                <a:ln>
                  <a:noFill/>
                </a:ln>
                <a:solidFill>
                  <a:schemeClr val="tx1"/>
                </a:solidFill>
                <a:effectLst/>
                <a:latin typeface="+mn-lt"/>
                <a:ea typeface="Calibri" panose="020F0502020204030204" pitchFamily="34" charset="0"/>
                <a:cs typeface="Times New Roman" panose="02020603050405020304" pitchFamily="18" charset="0"/>
              </a:rPr>
              <a:t>American Red Cross. (2017). Retrieved from </a:t>
            </a:r>
            <a:r>
              <a:rPr kumimoji="0" lang="en-US" altLang="en-US" sz="2000" b="0" i="0" u="none" strike="noStrike" cap="none" normalizeH="0" baseline="0" dirty="0" err="1" smtClean="0">
                <a:ln>
                  <a:noFill/>
                </a:ln>
                <a:solidFill>
                  <a:schemeClr val="tx1"/>
                </a:solidFill>
                <a:effectLst/>
                <a:latin typeface="+mn-lt"/>
                <a:ea typeface="Calibri" panose="020F0502020204030204" pitchFamily="34" charset="0"/>
                <a:cs typeface="Times New Roman" panose="02020603050405020304" pitchFamily="18" charset="0"/>
              </a:rPr>
              <a:t>redcross</a:t>
            </a:r>
            <a:r>
              <a:rPr kumimoji="0" lang="en-US" altLang="en-US" sz="2000" b="0" i="0" u="none" strike="noStrike" cap="none" normalizeH="0" baseline="0" dirty="0" smtClean="0">
                <a:ln>
                  <a:noFill/>
                </a:ln>
                <a:solidFill>
                  <a:schemeClr val="tx1"/>
                </a:solidFill>
                <a:effectLst/>
                <a:latin typeface="+mn-lt"/>
                <a:ea typeface="Calibri" panose="020F0502020204030204" pitchFamily="34" charset="0"/>
                <a:cs typeface="Times New Roman" panose="02020603050405020304" pitchFamily="18" charset="0"/>
              </a:rPr>
              <a:t>: https://www.redcross.org/</a:t>
            </a:r>
            <a:endParaRPr kumimoji="0" lang="en-US" altLang="en-US" sz="2000" b="0" i="0" u="none" strike="noStrike" cap="none" normalizeH="0" baseline="0" dirty="0" smtClean="0">
              <a:ln>
                <a:noFill/>
              </a:ln>
              <a:solidFill>
                <a:schemeClr val="tx1"/>
              </a:solidFill>
              <a:effectLst/>
              <a:latin typeface="+mn-lt"/>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smtClean="0">
                <a:ln>
                  <a:noFill/>
                </a:ln>
                <a:solidFill>
                  <a:schemeClr val="tx1"/>
                </a:solidFill>
                <a:effectLst/>
                <a:latin typeface="+mn-lt"/>
                <a:ea typeface="Calibri" panose="020F0502020204030204" pitchFamily="34" charset="0"/>
                <a:cs typeface="Times New Roman" panose="02020603050405020304" pitchFamily="18" charset="0"/>
              </a:rPr>
              <a:t>Chen, L., &amp; Wang, Y. (2019). </a:t>
            </a:r>
            <a:r>
              <a:rPr kumimoji="0" lang="en-US" altLang="en-US" sz="2000" b="0" i="0" u="none" strike="noStrike" cap="none" normalizeH="0" baseline="0" dirty="0" err="1" smtClean="0">
                <a:ln>
                  <a:noFill/>
                </a:ln>
                <a:solidFill>
                  <a:schemeClr val="tx1"/>
                </a:solidFill>
                <a:effectLst/>
                <a:latin typeface="+mn-lt"/>
                <a:ea typeface="Calibri" panose="020F0502020204030204" pitchFamily="34" charset="0"/>
                <a:cs typeface="Times New Roman" panose="02020603050405020304" pitchFamily="18" charset="0"/>
              </a:rPr>
              <a:t>BloodLink</a:t>
            </a:r>
            <a:r>
              <a:rPr kumimoji="0" lang="en-US" altLang="en-US" sz="2000" b="0" i="0" u="none" strike="noStrike" cap="none" normalizeH="0" baseline="0" dirty="0" smtClean="0">
                <a:ln>
                  <a:noFill/>
                </a:ln>
                <a:solidFill>
                  <a:schemeClr val="tx1"/>
                </a:solidFill>
                <a:effectLst/>
                <a:latin typeface="+mn-lt"/>
                <a:ea typeface="Calibri" panose="020F0502020204030204" pitchFamily="34" charset="0"/>
                <a:cs typeface="Times New Roman" panose="02020603050405020304" pitchFamily="18" charset="0"/>
              </a:rPr>
              <a:t> Mobile App: Geolocation-based Blood Donation for Emergency Requests. </a:t>
            </a:r>
            <a:r>
              <a:rPr kumimoji="0" lang="en-US" altLang="en-US" sz="2000" b="0" i="1" u="none" strike="noStrike" cap="none" normalizeH="0" baseline="0" dirty="0" err="1" smtClean="0">
                <a:ln>
                  <a:noFill/>
                </a:ln>
                <a:solidFill>
                  <a:schemeClr val="tx1"/>
                </a:solidFill>
                <a:effectLst/>
                <a:latin typeface="+mn-lt"/>
                <a:ea typeface="Calibri" panose="020F0502020204030204" pitchFamily="34" charset="0"/>
                <a:cs typeface="Times New Roman" panose="02020603050405020304" pitchFamily="18" charset="0"/>
              </a:rPr>
              <a:t>nternational</a:t>
            </a:r>
            <a:r>
              <a:rPr kumimoji="0" lang="en-US" altLang="en-US" sz="2000" b="0" i="1" u="none" strike="noStrike" cap="none" normalizeH="0" baseline="0" dirty="0" smtClean="0">
                <a:ln>
                  <a:noFill/>
                </a:ln>
                <a:solidFill>
                  <a:schemeClr val="tx1"/>
                </a:solidFill>
                <a:effectLst/>
                <a:latin typeface="+mn-lt"/>
                <a:ea typeface="Calibri" panose="020F0502020204030204" pitchFamily="34" charset="0"/>
                <a:cs typeface="Times New Roman" panose="02020603050405020304" pitchFamily="18" charset="0"/>
              </a:rPr>
              <a:t> Journal of Mobile Computing and Communications</a:t>
            </a:r>
            <a:r>
              <a:rPr kumimoji="0" lang="en-US" altLang="en-US" sz="2000" b="0" i="0" u="none" strike="noStrike" cap="none" normalizeH="0" baseline="0" dirty="0" smtClean="0">
                <a:ln>
                  <a:noFill/>
                </a:ln>
                <a:solidFill>
                  <a:schemeClr val="tx1"/>
                </a:solidFill>
                <a:effectLst/>
                <a:latin typeface="+mn-lt"/>
                <a:ea typeface="Calibri" panose="020F0502020204030204" pitchFamily="34" charset="0"/>
                <a:cs typeface="Times New Roman" panose="02020603050405020304" pitchFamily="18" charset="0"/>
              </a:rPr>
              <a:t>.</a:t>
            </a:r>
            <a:endParaRPr kumimoji="0" lang="en-US" altLang="en-US" sz="2000" b="0" i="0" u="none" strike="noStrike" cap="none" normalizeH="0" baseline="0" dirty="0" smtClean="0">
              <a:ln>
                <a:noFill/>
              </a:ln>
              <a:solidFill>
                <a:schemeClr val="tx1"/>
              </a:solidFill>
              <a:effectLst/>
              <a:latin typeface="+mn-lt"/>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smtClean="0">
                <a:ln>
                  <a:noFill/>
                </a:ln>
                <a:solidFill>
                  <a:schemeClr val="tx1"/>
                </a:solidFill>
                <a:effectLst/>
                <a:latin typeface="+mn-lt"/>
                <a:ea typeface="Calibri" panose="020F0502020204030204" pitchFamily="34" charset="0"/>
                <a:cs typeface="Times New Roman" panose="02020603050405020304" pitchFamily="18" charset="0"/>
              </a:rPr>
              <a:t>Smith, D. (2015). Retrieved from Blood Donor Connect: https://thebloodconnection.org/</a:t>
            </a:r>
            <a:endParaRPr kumimoji="0" lang="en-US" altLang="en-US" sz="2000" b="0" i="0" u="none" strike="noStrike" cap="none" normalizeH="0" baseline="0" dirty="0" smtClean="0">
              <a:ln>
                <a:noFill/>
              </a:ln>
              <a:solidFill>
                <a:schemeClr val="tx1"/>
              </a:solidFill>
              <a:effectLst/>
              <a:latin typeface="+mn-lt"/>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err="1" smtClean="0">
                <a:ln>
                  <a:noFill/>
                </a:ln>
                <a:solidFill>
                  <a:schemeClr val="tx1"/>
                </a:solidFill>
                <a:effectLst/>
                <a:latin typeface="+mn-lt"/>
                <a:ea typeface="Calibri" panose="020F0502020204030204" pitchFamily="34" charset="0"/>
                <a:cs typeface="Times New Roman" panose="02020603050405020304" pitchFamily="18" charset="0"/>
              </a:rPr>
              <a:t>Thapa</a:t>
            </a:r>
            <a:r>
              <a:rPr kumimoji="0" lang="en-US" altLang="en-US" sz="2000" b="0" i="0" u="none" strike="noStrike" cap="none" normalizeH="0" baseline="0" dirty="0" smtClean="0">
                <a:ln>
                  <a:noFill/>
                </a:ln>
                <a:solidFill>
                  <a:schemeClr val="tx1"/>
                </a:solidFill>
                <a:effectLst/>
                <a:latin typeface="+mn-lt"/>
                <a:ea typeface="Calibri" panose="020F0502020204030204" pitchFamily="34" charset="0"/>
                <a:cs typeface="Times New Roman" panose="02020603050405020304" pitchFamily="18" charset="0"/>
              </a:rPr>
              <a:t>, R., &amp; Shrestha, S. (2010). SMS-Based Blood Donation System. </a:t>
            </a:r>
            <a:r>
              <a:rPr kumimoji="0" lang="en-US" altLang="en-US" sz="2000" b="0" i="1" u="none" strike="noStrike" cap="none" normalizeH="0" baseline="0" dirty="0" smtClean="0">
                <a:ln>
                  <a:noFill/>
                </a:ln>
                <a:solidFill>
                  <a:schemeClr val="tx1"/>
                </a:solidFill>
                <a:effectLst/>
                <a:latin typeface="+mn-lt"/>
                <a:ea typeface="Calibri" panose="020F0502020204030204" pitchFamily="34" charset="0"/>
                <a:cs typeface="Times New Roman" panose="02020603050405020304" pitchFamily="18" charset="0"/>
              </a:rPr>
              <a:t>International Journal of Computer Science and Technology</a:t>
            </a:r>
            <a:r>
              <a:rPr kumimoji="0" lang="en-US" altLang="en-US" sz="2000" b="0" i="0" u="none" strike="noStrike" cap="none" normalizeH="0" baseline="0" dirty="0" smtClean="0">
                <a:ln>
                  <a:noFill/>
                </a:ln>
                <a:solidFill>
                  <a:schemeClr val="tx1"/>
                </a:solidFill>
                <a:effectLst/>
                <a:latin typeface="+mn-lt"/>
                <a:ea typeface="Calibri" panose="020F0502020204030204" pitchFamily="34" charset="0"/>
                <a:cs typeface="Times New Roman" panose="02020603050405020304" pitchFamily="18" charset="0"/>
              </a:rPr>
              <a:t>.</a:t>
            </a:r>
            <a:endParaRPr kumimoji="0" lang="en-US" altLang="en-US" sz="2000" b="0" i="0" u="none" strike="noStrike" cap="none" normalizeH="0" baseline="0" dirty="0" smtClean="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smtClean="0">
              <a:ln>
                <a:noFill/>
              </a:ln>
              <a:solidFill>
                <a:schemeClr val="tx1"/>
              </a:solidFill>
              <a:effectLst/>
              <a:latin typeface="+mn-lt"/>
            </a:endParaRPr>
          </a:p>
        </p:txBody>
      </p:sp>
    </p:spTree>
    <p:extLst>
      <p:ext uri="{BB962C8B-B14F-4D97-AF65-F5344CB8AC3E}">
        <p14:creationId xmlns:p14="http://schemas.microsoft.com/office/powerpoint/2010/main" val="299494958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17C4610E-9C18-467B-BF10-BE6A974CC364}"/>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29674" y="-59376"/>
            <a:ext cx="12515851" cy="6923798"/>
            <a:chOff x="-329674" y="-51881"/>
            <a:chExt cx="12515851" cy="6923798"/>
          </a:xfrm>
        </p:grpSpPr>
        <p:sp>
          <p:nvSpPr>
            <p:cNvPr id="10" name="Freeform 5">
              <a:extLst>
                <a:ext uri="{FF2B5EF4-FFF2-40B4-BE49-F238E27FC236}">
                  <a16:creationId xmlns:a16="http://schemas.microsoft.com/office/drawing/2014/main" id="{296DF307-344E-4E9B-A7AA-8139E450D1BE}"/>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1" name="Freeform 6">
              <a:extLst>
                <a:ext uri="{FF2B5EF4-FFF2-40B4-BE49-F238E27FC236}">
                  <a16:creationId xmlns:a16="http://schemas.microsoft.com/office/drawing/2014/main" id="{E263CC2D-ACFB-4EB3-ADF9-CD82BC8422F3}"/>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2" name="Freeform 7">
              <a:extLst>
                <a:ext uri="{FF2B5EF4-FFF2-40B4-BE49-F238E27FC236}">
                  <a16:creationId xmlns:a16="http://schemas.microsoft.com/office/drawing/2014/main" id="{C5366E2F-9BA0-485A-B1CA-A5E6E2E379AF}"/>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3" name="Freeform 8">
              <a:extLst>
                <a:ext uri="{FF2B5EF4-FFF2-40B4-BE49-F238E27FC236}">
                  <a16:creationId xmlns:a16="http://schemas.microsoft.com/office/drawing/2014/main" id="{1803051E-7C26-4F53-8293-B4EAED4212B9}"/>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4" name="Freeform 9">
              <a:extLst>
                <a:ext uri="{FF2B5EF4-FFF2-40B4-BE49-F238E27FC236}">
                  <a16:creationId xmlns:a16="http://schemas.microsoft.com/office/drawing/2014/main" id="{D10888CD-E496-4116-9C45-CF4F17ADE644}"/>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5" name="Freeform 10">
              <a:extLst>
                <a:ext uri="{FF2B5EF4-FFF2-40B4-BE49-F238E27FC236}">
                  <a16:creationId xmlns:a16="http://schemas.microsoft.com/office/drawing/2014/main" id="{0A42DA8F-DA3D-43E9-A184-E0F6C133A1D7}"/>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6" name="Freeform 11">
              <a:extLst>
                <a:ext uri="{FF2B5EF4-FFF2-40B4-BE49-F238E27FC236}">
                  <a16:creationId xmlns:a16="http://schemas.microsoft.com/office/drawing/2014/main" id="{473EAD31-7AA3-49B7-ADD6-C13FF0F141A8}"/>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7" name="Freeform 12">
              <a:extLst>
                <a:ext uri="{FF2B5EF4-FFF2-40B4-BE49-F238E27FC236}">
                  <a16:creationId xmlns:a16="http://schemas.microsoft.com/office/drawing/2014/main" id="{2BBB7CDF-BA2E-451F-9201-CF2B6FEAEAE8}"/>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8" name="Freeform 13">
              <a:extLst>
                <a:ext uri="{FF2B5EF4-FFF2-40B4-BE49-F238E27FC236}">
                  <a16:creationId xmlns:a16="http://schemas.microsoft.com/office/drawing/2014/main" id="{84809EF2-CD0D-4BC3-ABC7-E7E312A1D741}"/>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9" name="Freeform 14">
              <a:extLst>
                <a:ext uri="{FF2B5EF4-FFF2-40B4-BE49-F238E27FC236}">
                  <a16:creationId xmlns:a16="http://schemas.microsoft.com/office/drawing/2014/main" id="{11D2D6C5-637B-4AFE-97F4-D4E48A613487}"/>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20" name="Freeform 15">
              <a:extLst>
                <a:ext uri="{FF2B5EF4-FFF2-40B4-BE49-F238E27FC236}">
                  <a16:creationId xmlns:a16="http://schemas.microsoft.com/office/drawing/2014/main" id="{F841B2C5-57F5-4FE6-B4D4-EBB3F3088119}"/>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21" name="Freeform 16">
              <a:extLst>
                <a:ext uri="{FF2B5EF4-FFF2-40B4-BE49-F238E27FC236}">
                  <a16:creationId xmlns:a16="http://schemas.microsoft.com/office/drawing/2014/main" id="{B4822A39-2A52-4B2C-9319-BEFC526DB0AF}"/>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22" name="Freeform 17">
              <a:extLst>
                <a:ext uri="{FF2B5EF4-FFF2-40B4-BE49-F238E27FC236}">
                  <a16:creationId xmlns:a16="http://schemas.microsoft.com/office/drawing/2014/main" id="{4E469692-E783-4950-8DEC-3A1FD3978B0C}"/>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3" name="Freeform 18">
              <a:extLst>
                <a:ext uri="{FF2B5EF4-FFF2-40B4-BE49-F238E27FC236}">
                  <a16:creationId xmlns:a16="http://schemas.microsoft.com/office/drawing/2014/main" id="{012909CD-3254-41E5-B8BB-0F2D7CE0D89F}"/>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4" name="Freeform 19">
              <a:extLst>
                <a:ext uri="{FF2B5EF4-FFF2-40B4-BE49-F238E27FC236}">
                  <a16:creationId xmlns:a16="http://schemas.microsoft.com/office/drawing/2014/main" id="{93E7648E-861E-4503-AEDC-56C4EC507297}"/>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5" name="Freeform 20">
              <a:extLst>
                <a:ext uri="{FF2B5EF4-FFF2-40B4-BE49-F238E27FC236}">
                  <a16:creationId xmlns:a16="http://schemas.microsoft.com/office/drawing/2014/main" id="{F9C72257-EBD0-4D1C-A32C-D846446872CB}"/>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6" name="Freeform 21">
              <a:extLst>
                <a:ext uri="{FF2B5EF4-FFF2-40B4-BE49-F238E27FC236}">
                  <a16:creationId xmlns:a16="http://schemas.microsoft.com/office/drawing/2014/main" id="{87BB2CBB-9C22-4E28-AB86-DC92AEE2DBD2}"/>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7" name="Freeform 22">
              <a:extLst>
                <a:ext uri="{FF2B5EF4-FFF2-40B4-BE49-F238E27FC236}">
                  <a16:creationId xmlns:a16="http://schemas.microsoft.com/office/drawing/2014/main" id="{F85B3053-8D9F-410A-80C2-7960DDEA6A66}"/>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28" name="Freeform 23">
              <a:extLst>
                <a:ext uri="{FF2B5EF4-FFF2-40B4-BE49-F238E27FC236}">
                  <a16:creationId xmlns:a16="http://schemas.microsoft.com/office/drawing/2014/main" id="{E8FF5DA7-6E72-41F1-A54C-EAF440A274F3}"/>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30" name="Group 29">
            <a:extLst>
              <a:ext uri="{FF2B5EF4-FFF2-40B4-BE49-F238E27FC236}">
                <a16:creationId xmlns:a16="http://schemas.microsoft.com/office/drawing/2014/main" id="{A899734C-500F-4274-9854-8BFA14A1D7EE}"/>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669293" y="1186483"/>
            <a:ext cx="8848345" cy="4477933"/>
            <a:chOff x="1669293" y="1186483"/>
            <a:chExt cx="8848345" cy="4477933"/>
          </a:xfrm>
        </p:grpSpPr>
        <p:sp>
          <p:nvSpPr>
            <p:cNvPr id="31" name="Rectangle 30">
              <a:extLst>
                <a:ext uri="{FF2B5EF4-FFF2-40B4-BE49-F238E27FC236}">
                  <a16:creationId xmlns:a16="http://schemas.microsoft.com/office/drawing/2014/main" id="{FF07BF51-2934-47AD-A415-7400882F1477}"/>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a:xfrm>
              <a:off x="1674042" y="1186483"/>
              <a:ext cx="8843596"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2" name="Isosceles Triangle 31">
              <a:extLst>
                <a:ext uri="{FF2B5EF4-FFF2-40B4-BE49-F238E27FC236}">
                  <a16:creationId xmlns:a16="http://schemas.microsoft.com/office/drawing/2014/main" id="{DD6E3DF0-EDC0-458B-9C5B-911814F0A681}"/>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3" name="Rectangle 32">
              <a:extLst>
                <a:ext uri="{FF2B5EF4-FFF2-40B4-BE49-F238E27FC236}">
                  <a16:creationId xmlns:a16="http://schemas.microsoft.com/office/drawing/2014/main" id="{5D0824B1-47C9-4504-99FB-CB15051979CA}"/>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a:xfrm>
              <a:off x="1669293" y="1991156"/>
              <a:ext cx="8845667"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35" name="Rectangle 34">
            <a:extLst>
              <a:ext uri="{FF2B5EF4-FFF2-40B4-BE49-F238E27FC236}">
                <a16:creationId xmlns:a16="http://schemas.microsoft.com/office/drawing/2014/main" id="{A3BAF07C-C39E-42EB-BB22-8D46691D973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3061" cy="68692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7" name="Group 36">
            <a:extLst>
              <a:ext uri="{FF2B5EF4-FFF2-40B4-BE49-F238E27FC236}">
                <a16:creationId xmlns:a16="http://schemas.microsoft.com/office/drawing/2014/main" id="{D8E9CF54-0466-4261-9E62-0249E60E1886}"/>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29674" y="-59376"/>
            <a:ext cx="12515851" cy="6923798"/>
            <a:chOff x="-329674" y="-51881"/>
            <a:chExt cx="12515851" cy="6923798"/>
          </a:xfrm>
        </p:grpSpPr>
        <p:sp>
          <p:nvSpPr>
            <p:cNvPr id="38" name="Freeform 5">
              <a:extLst>
                <a:ext uri="{FF2B5EF4-FFF2-40B4-BE49-F238E27FC236}">
                  <a16:creationId xmlns:a16="http://schemas.microsoft.com/office/drawing/2014/main" id="{33E32106-E8B1-4F76-9EE6-58537738A3C4}"/>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9" name="Freeform 6">
              <a:extLst>
                <a:ext uri="{FF2B5EF4-FFF2-40B4-BE49-F238E27FC236}">
                  <a16:creationId xmlns:a16="http://schemas.microsoft.com/office/drawing/2014/main" id="{C32C2C46-A045-44FB-8A74-5EBD650C2787}"/>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0" name="Freeform 7">
              <a:extLst>
                <a:ext uri="{FF2B5EF4-FFF2-40B4-BE49-F238E27FC236}">
                  <a16:creationId xmlns:a16="http://schemas.microsoft.com/office/drawing/2014/main" id="{6A76F79C-6683-4940-BCF7-4BCCCEE40688}"/>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1" name="Freeform 8">
              <a:extLst>
                <a:ext uri="{FF2B5EF4-FFF2-40B4-BE49-F238E27FC236}">
                  <a16:creationId xmlns:a16="http://schemas.microsoft.com/office/drawing/2014/main" id="{FF4675A3-6D07-4B1F-9BFC-AEBEA1AD067D}"/>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2" name="Freeform 9">
              <a:extLst>
                <a:ext uri="{FF2B5EF4-FFF2-40B4-BE49-F238E27FC236}">
                  <a16:creationId xmlns:a16="http://schemas.microsoft.com/office/drawing/2014/main" id="{765E127A-B6B7-4B1D-B7BD-6C8C969D29C3}"/>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3" name="Freeform 10">
              <a:extLst>
                <a:ext uri="{FF2B5EF4-FFF2-40B4-BE49-F238E27FC236}">
                  <a16:creationId xmlns:a16="http://schemas.microsoft.com/office/drawing/2014/main" id="{3BCA9D9E-C72C-4751-BFA9-10B85CACE3CA}"/>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4" name="Freeform 11">
              <a:extLst>
                <a:ext uri="{FF2B5EF4-FFF2-40B4-BE49-F238E27FC236}">
                  <a16:creationId xmlns:a16="http://schemas.microsoft.com/office/drawing/2014/main" id="{080C708C-69BF-441B-AB75-C98160ED06DE}"/>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5" name="Freeform 12">
              <a:extLst>
                <a:ext uri="{FF2B5EF4-FFF2-40B4-BE49-F238E27FC236}">
                  <a16:creationId xmlns:a16="http://schemas.microsoft.com/office/drawing/2014/main" id="{3E79964E-F8F1-4763-8892-7BC3DAE306E9}"/>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6" name="Freeform 13">
              <a:extLst>
                <a:ext uri="{FF2B5EF4-FFF2-40B4-BE49-F238E27FC236}">
                  <a16:creationId xmlns:a16="http://schemas.microsoft.com/office/drawing/2014/main" id="{FE09592A-FCC9-4AE5-BA0B-730C6F3BBE95}"/>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7" name="Freeform 14">
              <a:extLst>
                <a:ext uri="{FF2B5EF4-FFF2-40B4-BE49-F238E27FC236}">
                  <a16:creationId xmlns:a16="http://schemas.microsoft.com/office/drawing/2014/main" id="{96448994-820C-4BC1-ABF3-4579C6F99A63}"/>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8" name="Freeform 15">
              <a:extLst>
                <a:ext uri="{FF2B5EF4-FFF2-40B4-BE49-F238E27FC236}">
                  <a16:creationId xmlns:a16="http://schemas.microsoft.com/office/drawing/2014/main" id="{9BB0D192-565A-42B9-B292-CC032D71A6A1}"/>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bg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49" name="Freeform 16">
              <a:extLst>
                <a:ext uri="{FF2B5EF4-FFF2-40B4-BE49-F238E27FC236}">
                  <a16:creationId xmlns:a16="http://schemas.microsoft.com/office/drawing/2014/main" id="{6D1CA09C-5F40-4E92-A7E9-D1FCEE51283D}"/>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bg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0" name="Freeform 17">
              <a:extLst>
                <a:ext uri="{FF2B5EF4-FFF2-40B4-BE49-F238E27FC236}">
                  <a16:creationId xmlns:a16="http://schemas.microsoft.com/office/drawing/2014/main" id="{379F5AA5-2E14-4880-A5A6-07AEF2AD89DB}"/>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8">
              <a:extLst>
                <a:ext uri="{FF2B5EF4-FFF2-40B4-BE49-F238E27FC236}">
                  <a16:creationId xmlns:a16="http://schemas.microsoft.com/office/drawing/2014/main" id="{EF14BD32-D239-4DA3-98B3-7752073657CC}"/>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9">
              <a:extLst>
                <a:ext uri="{FF2B5EF4-FFF2-40B4-BE49-F238E27FC236}">
                  <a16:creationId xmlns:a16="http://schemas.microsoft.com/office/drawing/2014/main" id="{CF07B250-E5E4-4624-9BD7-8D513A67B731}"/>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20">
              <a:extLst>
                <a:ext uri="{FF2B5EF4-FFF2-40B4-BE49-F238E27FC236}">
                  <a16:creationId xmlns:a16="http://schemas.microsoft.com/office/drawing/2014/main" id="{BCC5D120-7C8C-4290-865C-4EE6E4F245F9}"/>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4" name="Freeform 21">
              <a:extLst>
                <a:ext uri="{FF2B5EF4-FFF2-40B4-BE49-F238E27FC236}">
                  <a16:creationId xmlns:a16="http://schemas.microsoft.com/office/drawing/2014/main" id="{C24688C6-CAE5-4EF2-B2BA-A138DA0A24B9}"/>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5" name="Freeform 22">
              <a:extLst>
                <a:ext uri="{FF2B5EF4-FFF2-40B4-BE49-F238E27FC236}">
                  <a16:creationId xmlns:a16="http://schemas.microsoft.com/office/drawing/2014/main" id="{6BD31099-7C13-4901-A04F-632B1CD84627}"/>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56" name="Freeform 23">
              <a:extLst>
                <a:ext uri="{FF2B5EF4-FFF2-40B4-BE49-F238E27FC236}">
                  <a16:creationId xmlns:a16="http://schemas.microsoft.com/office/drawing/2014/main" id="{679F5FF7-82B2-4033-8FBE-63170C937833}"/>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sp>
        <p:nvSpPr>
          <p:cNvPr id="2" name="Title 1">
            <a:extLst>
              <a:ext uri="{FF2B5EF4-FFF2-40B4-BE49-F238E27FC236}">
                <a16:creationId xmlns:a16="http://schemas.microsoft.com/office/drawing/2014/main" id="{17FE774C-F7C0-B528-EAE2-36F72BE4C8CA}"/>
              </a:ext>
            </a:extLst>
          </p:cNvPr>
          <p:cNvSpPr>
            <a:spLocks noGrp="1"/>
          </p:cNvSpPr>
          <p:nvPr>
            <p:ph type="title"/>
          </p:nvPr>
        </p:nvSpPr>
        <p:spPr>
          <a:xfrm>
            <a:off x="1378425" y="5199797"/>
            <a:ext cx="9435152" cy="789673"/>
          </a:xfrm>
        </p:spPr>
        <p:txBody>
          <a:bodyPr vert="horz" lIns="228600" tIns="228600" rIns="228600" bIns="0" rtlCol="0" anchor="ctr">
            <a:normAutofit/>
          </a:bodyPr>
          <a:lstStyle/>
          <a:p>
            <a:pPr>
              <a:lnSpc>
                <a:spcPct val="80000"/>
              </a:lnSpc>
            </a:pPr>
            <a:r>
              <a:rPr lang="en-US">
                <a:solidFill>
                  <a:schemeClr val="bg1"/>
                </a:solidFill>
              </a:rPr>
              <a:t>12.Gantt Chart</a:t>
            </a:r>
          </a:p>
        </p:txBody>
      </p:sp>
      <p:sp>
        <p:nvSpPr>
          <p:cNvPr id="58" name="Freeform: Shape 57">
            <a:extLst>
              <a:ext uri="{FF2B5EF4-FFF2-40B4-BE49-F238E27FC236}">
                <a16:creationId xmlns:a16="http://schemas.microsoft.com/office/drawing/2014/main" id="{A7795DFA-888F-47E2-B44E-DE1D3B3E46A4}"/>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5058957"/>
          </a:xfrm>
          <a:custGeom>
            <a:avLst/>
            <a:gdLst>
              <a:gd name="connsiteX0" fmla="*/ 0 w 12192000"/>
              <a:gd name="connsiteY0" fmla="*/ 0 h 5058957"/>
              <a:gd name="connsiteX1" fmla="*/ 12192000 w 12192000"/>
              <a:gd name="connsiteY1" fmla="*/ 0 h 5058957"/>
              <a:gd name="connsiteX2" fmla="*/ 12192000 w 12192000"/>
              <a:gd name="connsiteY2" fmla="*/ 259692 h 5058957"/>
              <a:gd name="connsiteX3" fmla="*/ 12192000 w 12192000"/>
              <a:gd name="connsiteY3" fmla="*/ 3542069 h 5058957"/>
              <a:gd name="connsiteX4" fmla="*/ 12192000 w 12192000"/>
              <a:gd name="connsiteY4" fmla="*/ 3734194 h 5058957"/>
              <a:gd name="connsiteX5" fmla="*/ 12192000 w 12192000"/>
              <a:gd name="connsiteY5" fmla="*/ 4710012 h 5058957"/>
              <a:gd name="connsiteX6" fmla="*/ 12113803 w 12192000"/>
              <a:gd name="connsiteY6" fmla="*/ 4718295 h 5058957"/>
              <a:gd name="connsiteX7" fmla="*/ 6753597 w 12192000"/>
              <a:gd name="connsiteY7" fmla="*/ 5041852 h 5058957"/>
              <a:gd name="connsiteX8" fmla="*/ 400746 w 12192000"/>
              <a:gd name="connsiteY8" fmla="*/ 4870509 h 5058957"/>
              <a:gd name="connsiteX9" fmla="*/ 0 w 12192000"/>
              <a:gd name="connsiteY9" fmla="*/ 4833533 h 5058957"/>
              <a:gd name="connsiteX10" fmla="*/ 0 w 12192000"/>
              <a:gd name="connsiteY10" fmla="*/ 3734194 h 5058957"/>
              <a:gd name="connsiteX11" fmla="*/ 0 w 12192000"/>
              <a:gd name="connsiteY11" fmla="*/ 3542069 h 5058957"/>
              <a:gd name="connsiteX12" fmla="*/ 0 w 12192000"/>
              <a:gd name="connsiteY12" fmla="*/ 259692 h 50589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92000" h="5058957">
                <a:moveTo>
                  <a:pt x="0" y="0"/>
                </a:moveTo>
                <a:lnTo>
                  <a:pt x="12192000" y="0"/>
                </a:lnTo>
                <a:lnTo>
                  <a:pt x="12192000" y="259692"/>
                </a:lnTo>
                <a:lnTo>
                  <a:pt x="12192000" y="3542069"/>
                </a:lnTo>
                <a:lnTo>
                  <a:pt x="12192000" y="3734194"/>
                </a:lnTo>
                <a:lnTo>
                  <a:pt x="12192000" y="4710012"/>
                </a:lnTo>
                <a:lnTo>
                  <a:pt x="12113803" y="4718295"/>
                </a:lnTo>
                <a:cubicBezTo>
                  <a:pt x="10139508" y="4916244"/>
                  <a:pt x="8237152" y="5009247"/>
                  <a:pt x="6753597" y="5041852"/>
                </a:cubicBezTo>
                <a:cubicBezTo>
                  <a:pt x="4940362" y="5081701"/>
                  <a:pt x="2657278" y="5062371"/>
                  <a:pt x="400746" y="4870509"/>
                </a:cubicBezTo>
                <a:lnTo>
                  <a:pt x="0" y="4833533"/>
                </a:lnTo>
                <a:lnTo>
                  <a:pt x="0" y="3734194"/>
                </a:lnTo>
                <a:lnTo>
                  <a:pt x="0" y="3542069"/>
                </a:lnTo>
                <a:lnTo>
                  <a:pt x="0" y="259692"/>
                </a:lnTo>
                <a:close/>
              </a:path>
            </a:pathLst>
          </a:custGeom>
          <a:solidFill>
            <a:schemeClr val="bg1"/>
          </a:solidFill>
          <a:ln w="44450">
            <a:noFill/>
          </a:ln>
          <a:effectLst/>
        </p:spPr>
        <p:style>
          <a:lnRef idx="2">
            <a:schemeClr val="accent1">
              <a:shade val="50000"/>
            </a:schemeClr>
          </a:lnRef>
          <a:fillRef idx="1003">
            <a:schemeClr val="dk2"/>
          </a:fillRef>
          <a:effectRef idx="0">
            <a:schemeClr val="accent1"/>
          </a:effectRef>
          <a:fontRef idx="minor">
            <a:schemeClr val="lt1"/>
          </a:fontRef>
        </p:style>
        <p:txBody>
          <a:bodyPr wrap="square" rtlCol="0" anchor="ctr">
            <a:noAutofit/>
          </a:bodyPr>
          <a:lstStyle/>
          <a:p>
            <a:pPr algn="ctr"/>
            <a:endParaRPr lang="en-US"/>
          </a:p>
        </p:txBody>
      </p:sp>
      <p:pic>
        <p:nvPicPr>
          <p:cNvPr id="4" name="Content Placeholder 3">
            <a:extLst>
              <a:ext uri="{FF2B5EF4-FFF2-40B4-BE49-F238E27FC236}">
                <a16:creationId xmlns:a16="http://schemas.microsoft.com/office/drawing/2014/main" id="{CF5E2EA8-399E-40A2-635E-5DDA7E74FE5A}"/>
              </a:ext>
            </a:extLst>
          </p:cNvPr>
          <p:cNvPicPr>
            <a:picLocks noGrp="1" noChangeAspect="1"/>
          </p:cNvPicPr>
          <p:nvPr>
            <p:ph idx="1"/>
          </p:nvPr>
        </p:nvPicPr>
        <p:blipFill>
          <a:blip r:embed="rId2"/>
          <a:stretch>
            <a:fillRect/>
          </a:stretch>
        </p:blipFill>
        <p:spPr>
          <a:xfrm>
            <a:off x="2354" y="-2980"/>
            <a:ext cx="12165805" cy="4707827"/>
          </a:xfrm>
          <a:prstGeom prst="rect">
            <a:avLst/>
          </a:prstGeom>
        </p:spPr>
      </p:pic>
    </p:spTree>
    <p:extLst>
      <p:ext uri="{BB962C8B-B14F-4D97-AF65-F5344CB8AC3E}">
        <p14:creationId xmlns:p14="http://schemas.microsoft.com/office/powerpoint/2010/main" val="294386800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BDBA639-2A71-4A60-A71A-FF1836F546C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 name="Group 9">
            <a:extLst>
              <a:ext uri="{FF2B5EF4-FFF2-40B4-BE49-F238E27FC236}">
                <a16:creationId xmlns:a16="http://schemas.microsoft.com/office/drawing/2014/main" id="{5E208A8B-5EBD-4532-BE72-26414FA7CFF6}"/>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29674" y="-59376"/>
            <a:ext cx="12515851" cy="6923798"/>
            <a:chOff x="-329674" y="-51881"/>
            <a:chExt cx="12515851" cy="6923798"/>
          </a:xfrm>
        </p:grpSpPr>
        <p:sp>
          <p:nvSpPr>
            <p:cNvPr id="11" name="Freeform 5">
              <a:extLst>
                <a:ext uri="{FF2B5EF4-FFF2-40B4-BE49-F238E27FC236}">
                  <a16:creationId xmlns:a16="http://schemas.microsoft.com/office/drawing/2014/main" id="{15D09196-B338-4AB5-A71B-CFD5FFCA62BA}"/>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2" name="Freeform 6">
              <a:extLst>
                <a:ext uri="{FF2B5EF4-FFF2-40B4-BE49-F238E27FC236}">
                  <a16:creationId xmlns:a16="http://schemas.microsoft.com/office/drawing/2014/main" id="{F50B4463-128A-4677-A285-C017E6C543E0}"/>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3" name="Freeform 7">
              <a:extLst>
                <a:ext uri="{FF2B5EF4-FFF2-40B4-BE49-F238E27FC236}">
                  <a16:creationId xmlns:a16="http://schemas.microsoft.com/office/drawing/2014/main" id="{1D9B95CD-F023-4DFA-9678-1E02713F74B7}"/>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4" name="Freeform 8">
              <a:extLst>
                <a:ext uri="{FF2B5EF4-FFF2-40B4-BE49-F238E27FC236}">
                  <a16:creationId xmlns:a16="http://schemas.microsoft.com/office/drawing/2014/main" id="{1DDF47A8-BE7B-43F3-A500-F5A4656D83BE}"/>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5" name="Freeform 9">
              <a:extLst>
                <a:ext uri="{FF2B5EF4-FFF2-40B4-BE49-F238E27FC236}">
                  <a16:creationId xmlns:a16="http://schemas.microsoft.com/office/drawing/2014/main" id="{2DD394DE-76FB-42F8-85F2-FD436F423263}"/>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6" name="Freeform 10">
              <a:extLst>
                <a:ext uri="{FF2B5EF4-FFF2-40B4-BE49-F238E27FC236}">
                  <a16:creationId xmlns:a16="http://schemas.microsoft.com/office/drawing/2014/main" id="{B95F2EFB-87E6-4400-AAF3-7EB8B4F1561C}"/>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7" name="Freeform 11">
              <a:extLst>
                <a:ext uri="{FF2B5EF4-FFF2-40B4-BE49-F238E27FC236}">
                  <a16:creationId xmlns:a16="http://schemas.microsoft.com/office/drawing/2014/main" id="{1D463476-2BC7-418C-9D6F-51444B11A722}"/>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8" name="Freeform 12">
              <a:extLst>
                <a:ext uri="{FF2B5EF4-FFF2-40B4-BE49-F238E27FC236}">
                  <a16:creationId xmlns:a16="http://schemas.microsoft.com/office/drawing/2014/main" id="{24011122-2495-478A-81BF-ABBDEA1DA803}"/>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9" name="Freeform 13">
              <a:extLst>
                <a:ext uri="{FF2B5EF4-FFF2-40B4-BE49-F238E27FC236}">
                  <a16:creationId xmlns:a16="http://schemas.microsoft.com/office/drawing/2014/main" id="{C79E87C5-E5B3-476B-B539-FC9CF4A33B72}"/>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20" name="Freeform 14">
              <a:extLst>
                <a:ext uri="{FF2B5EF4-FFF2-40B4-BE49-F238E27FC236}">
                  <a16:creationId xmlns:a16="http://schemas.microsoft.com/office/drawing/2014/main" id="{956029CA-2B38-434D-9044-5FF3A1ECD17D}"/>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21" name="Freeform 15">
              <a:extLst>
                <a:ext uri="{FF2B5EF4-FFF2-40B4-BE49-F238E27FC236}">
                  <a16:creationId xmlns:a16="http://schemas.microsoft.com/office/drawing/2014/main" id="{9514CFB6-E8DB-43DC-B1CD-9CC2D4B27647}"/>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22" name="Freeform 16">
              <a:extLst>
                <a:ext uri="{FF2B5EF4-FFF2-40B4-BE49-F238E27FC236}">
                  <a16:creationId xmlns:a16="http://schemas.microsoft.com/office/drawing/2014/main" id="{BD8C1FC8-E550-45BE-9F30-822BAB3781EE}"/>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23" name="Freeform 17">
              <a:extLst>
                <a:ext uri="{FF2B5EF4-FFF2-40B4-BE49-F238E27FC236}">
                  <a16:creationId xmlns:a16="http://schemas.microsoft.com/office/drawing/2014/main" id="{D1646B5D-A7B7-41EC-9591-0E0C0F4F949D}"/>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4" name="Freeform 18">
              <a:extLst>
                <a:ext uri="{FF2B5EF4-FFF2-40B4-BE49-F238E27FC236}">
                  <a16:creationId xmlns:a16="http://schemas.microsoft.com/office/drawing/2014/main" id="{E2118E93-481E-4843-987E-378187AA37EF}"/>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5" name="Freeform 19">
              <a:extLst>
                <a:ext uri="{FF2B5EF4-FFF2-40B4-BE49-F238E27FC236}">
                  <a16:creationId xmlns:a16="http://schemas.microsoft.com/office/drawing/2014/main" id="{77038464-F4E2-47EC-A87F-18469191E3AB}"/>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6" name="Freeform 20">
              <a:extLst>
                <a:ext uri="{FF2B5EF4-FFF2-40B4-BE49-F238E27FC236}">
                  <a16:creationId xmlns:a16="http://schemas.microsoft.com/office/drawing/2014/main" id="{FB3BBEB1-E146-408F-95B7-EE2F269DE19E}"/>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7" name="Freeform 21">
              <a:extLst>
                <a:ext uri="{FF2B5EF4-FFF2-40B4-BE49-F238E27FC236}">
                  <a16:creationId xmlns:a16="http://schemas.microsoft.com/office/drawing/2014/main" id="{C765B285-56EC-47FC-B116-274EBBD61ADC}"/>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8" name="Freeform 22">
              <a:extLst>
                <a:ext uri="{FF2B5EF4-FFF2-40B4-BE49-F238E27FC236}">
                  <a16:creationId xmlns:a16="http://schemas.microsoft.com/office/drawing/2014/main" id="{CB4A6191-6913-42EA-905E-8A174AE2C994}"/>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29" name="Freeform 23">
              <a:extLst>
                <a:ext uri="{FF2B5EF4-FFF2-40B4-BE49-F238E27FC236}">
                  <a16:creationId xmlns:a16="http://schemas.microsoft.com/office/drawing/2014/main" id="{8ADEEF92-F481-475A-845C-5E940F0D5594}"/>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sp>
        <p:nvSpPr>
          <p:cNvPr id="31" name="Freeform: Shape 30">
            <a:extLst>
              <a:ext uri="{FF2B5EF4-FFF2-40B4-BE49-F238E27FC236}">
                <a16:creationId xmlns:a16="http://schemas.microsoft.com/office/drawing/2014/main" id="{D9C506D7-84CB-4057-A44A-465313E7853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31529">
            <a:off x="2173916" y="2448612"/>
            <a:ext cx="4418757" cy="4259609"/>
          </a:xfrm>
          <a:custGeom>
            <a:avLst/>
            <a:gdLst>
              <a:gd name="connsiteX0" fmla="*/ 404107 w 4507111"/>
              <a:gd name="connsiteY0" fmla="*/ 0 h 4344781"/>
              <a:gd name="connsiteX1" fmla="*/ 371857 w 4507111"/>
              <a:gd name="connsiteY1" fmla="*/ 117359 h 4344781"/>
              <a:gd name="connsiteX2" fmla="*/ 307833 w 4507111"/>
              <a:gd name="connsiteY2" fmla="*/ 632970 h 4344781"/>
              <a:gd name="connsiteX3" fmla="*/ 3569418 w 4507111"/>
              <a:gd name="connsiteY3" fmla="*/ 4141149 h 4344781"/>
              <a:gd name="connsiteX4" fmla="*/ 4440861 w 4507111"/>
              <a:gd name="connsiteY4" fmla="*/ 4332480 h 4344781"/>
              <a:gd name="connsiteX5" fmla="*/ 4507111 w 4507111"/>
              <a:gd name="connsiteY5" fmla="*/ 4341752 h 4344781"/>
              <a:gd name="connsiteX6" fmla="*/ 4296045 w 4507111"/>
              <a:gd name="connsiteY6" fmla="*/ 4344781 h 4344781"/>
              <a:gd name="connsiteX7" fmla="*/ 3749565 w 4507111"/>
              <a:gd name="connsiteY7" fmla="*/ 4321853 h 4344781"/>
              <a:gd name="connsiteX8" fmla="*/ 36764 w 4507111"/>
              <a:gd name="connsiteY8" fmla="*/ 1629794 h 4344781"/>
              <a:gd name="connsiteX9" fmla="*/ 300069 w 4507111"/>
              <a:gd name="connsiteY9" fmla="*/ 144750 h 4344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07111" h="4344781">
                <a:moveTo>
                  <a:pt x="404107" y="0"/>
                </a:moveTo>
                <a:lnTo>
                  <a:pt x="371857" y="117359"/>
                </a:lnTo>
                <a:cubicBezTo>
                  <a:pt x="333827" y="278567"/>
                  <a:pt x="311875" y="450459"/>
                  <a:pt x="307833" y="632970"/>
                </a:cubicBezTo>
                <a:cubicBezTo>
                  <a:pt x="264711" y="2579752"/>
                  <a:pt x="2253987" y="3769243"/>
                  <a:pt x="3569418" y="4141149"/>
                </a:cubicBezTo>
                <a:cubicBezTo>
                  <a:pt x="3816061" y="4210881"/>
                  <a:pt x="4114807" y="4279754"/>
                  <a:pt x="4440861" y="4332480"/>
                </a:cubicBezTo>
                <a:lnTo>
                  <a:pt x="4507111" y="4341752"/>
                </a:lnTo>
                <a:lnTo>
                  <a:pt x="4296045" y="4344781"/>
                </a:lnTo>
                <a:cubicBezTo>
                  <a:pt x="4097363" y="4343711"/>
                  <a:pt x="3912623" y="4335104"/>
                  <a:pt x="3749565" y="4321853"/>
                </a:cubicBezTo>
                <a:cubicBezTo>
                  <a:pt x="2445102" y="4215850"/>
                  <a:pt x="356405" y="3466499"/>
                  <a:pt x="36764" y="1629794"/>
                </a:cubicBezTo>
                <a:cubicBezTo>
                  <a:pt x="-63123" y="1055823"/>
                  <a:pt x="45741" y="555869"/>
                  <a:pt x="300069" y="144750"/>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3" name="Oval 32">
            <a:extLst>
              <a:ext uri="{FF2B5EF4-FFF2-40B4-BE49-F238E27FC236}">
                <a16:creationId xmlns:a16="http://schemas.microsoft.com/office/drawing/2014/main" id="{7842FC68-61FD-4700-8A22-BB8B071884DB}"/>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54579" y="691977"/>
            <a:ext cx="7761923" cy="5343064"/>
          </a:xfrm>
          <a:custGeom>
            <a:avLst/>
            <a:gdLst>
              <a:gd name="connsiteX0" fmla="*/ 0 w 6428838"/>
              <a:gd name="connsiteY0" fmla="*/ 2579031 h 5158062"/>
              <a:gd name="connsiteX1" fmla="*/ 3214419 w 6428838"/>
              <a:gd name="connsiteY1" fmla="*/ 0 h 5158062"/>
              <a:gd name="connsiteX2" fmla="*/ 6428838 w 6428838"/>
              <a:gd name="connsiteY2" fmla="*/ 2579031 h 5158062"/>
              <a:gd name="connsiteX3" fmla="*/ 3214419 w 6428838"/>
              <a:gd name="connsiteY3" fmla="*/ 5158062 h 5158062"/>
              <a:gd name="connsiteX4" fmla="*/ 0 w 6428838"/>
              <a:gd name="connsiteY4" fmla="*/ 2579031 h 5158062"/>
              <a:gd name="connsiteX0" fmla="*/ 3321 w 6432159"/>
              <a:gd name="connsiteY0" fmla="*/ 2647125 h 5226156"/>
              <a:gd name="connsiteX1" fmla="*/ 2789723 w 6432159"/>
              <a:gd name="connsiteY1" fmla="*/ 0 h 5226156"/>
              <a:gd name="connsiteX2" fmla="*/ 6432159 w 6432159"/>
              <a:gd name="connsiteY2" fmla="*/ 2647125 h 5226156"/>
              <a:gd name="connsiteX3" fmla="*/ 3217740 w 6432159"/>
              <a:gd name="connsiteY3" fmla="*/ 5226156 h 5226156"/>
              <a:gd name="connsiteX4" fmla="*/ 3321 w 6432159"/>
              <a:gd name="connsiteY4" fmla="*/ 2647125 h 5226156"/>
              <a:gd name="connsiteX0" fmla="*/ 1953 w 6566979"/>
              <a:gd name="connsiteY0" fmla="*/ 2695803 h 5226224"/>
              <a:gd name="connsiteX1" fmla="*/ 2924543 w 6566979"/>
              <a:gd name="connsiteY1" fmla="*/ 39 h 5226224"/>
              <a:gd name="connsiteX2" fmla="*/ 6566979 w 6566979"/>
              <a:gd name="connsiteY2" fmla="*/ 2647164 h 5226224"/>
              <a:gd name="connsiteX3" fmla="*/ 3352560 w 6566979"/>
              <a:gd name="connsiteY3" fmla="*/ 5226195 h 5226224"/>
              <a:gd name="connsiteX4" fmla="*/ 1953 w 6566979"/>
              <a:gd name="connsiteY4" fmla="*/ 2695803 h 5226224"/>
              <a:gd name="connsiteX0" fmla="*/ 8982 w 6574008"/>
              <a:gd name="connsiteY0" fmla="*/ 2695803 h 5226313"/>
              <a:gd name="connsiteX1" fmla="*/ 2931572 w 6574008"/>
              <a:gd name="connsiteY1" fmla="*/ 39 h 5226313"/>
              <a:gd name="connsiteX2" fmla="*/ 6574008 w 6574008"/>
              <a:gd name="connsiteY2" fmla="*/ 2647164 h 5226313"/>
              <a:gd name="connsiteX3" fmla="*/ 3359589 w 6574008"/>
              <a:gd name="connsiteY3" fmla="*/ 5226195 h 5226313"/>
              <a:gd name="connsiteX4" fmla="*/ 8982 w 6574008"/>
              <a:gd name="connsiteY4" fmla="*/ 2695803 h 5226313"/>
              <a:gd name="connsiteX0" fmla="*/ 11929 w 6576955"/>
              <a:gd name="connsiteY0" fmla="*/ 2695953 h 5226463"/>
              <a:gd name="connsiteX1" fmla="*/ 2934519 w 6576955"/>
              <a:gd name="connsiteY1" fmla="*/ 189 h 5226463"/>
              <a:gd name="connsiteX2" fmla="*/ 6576955 w 6576955"/>
              <a:gd name="connsiteY2" fmla="*/ 2647314 h 5226463"/>
              <a:gd name="connsiteX3" fmla="*/ 3362536 w 6576955"/>
              <a:gd name="connsiteY3" fmla="*/ 5226345 h 5226463"/>
              <a:gd name="connsiteX4" fmla="*/ 11929 w 6576955"/>
              <a:gd name="connsiteY4" fmla="*/ 2695953 h 5226463"/>
              <a:gd name="connsiteX0" fmla="*/ 9262 w 6963394"/>
              <a:gd name="connsiteY0" fmla="*/ 2705797 h 5247356"/>
              <a:gd name="connsiteX1" fmla="*/ 2931852 w 6963394"/>
              <a:gd name="connsiteY1" fmla="*/ 10033 h 5247356"/>
              <a:gd name="connsiteX2" fmla="*/ 6963394 w 6963394"/>
              <a:gd name="connsiteY2" fmla="*/ 3318639 h 5247356"/>
              <a:gd name="connsiteX3" fmla="*/ 3359869 w 6963394"/>
              <a:gd name="connsiteY3" fmla="*/ 5236189 h 5247356"/>
              <a:gd name="connsiteX4" fmla="*/ 9262 w 6963394"/>
              <a:gd name="connsiteY4" fmla="*/ 2705797 h 5247356"/>
              <a:gd name="connsiteX0" fmla="*/ 9262 w 6963394"/>
              <a:gd name="connsiteY0" fmla="*/ 2705797 h 5247356"/>
              <a:gd name="connsiteX1" fmla="*/ 2931852 w 6963394"/>
              <a:gd name="connsiteY1" fmla="*/ 10033 h 5247356"/>
              <a:gd name="connsiteX2" fmla="*/ 6963394 w 6963394"/>
              <a:gd name="connsiteY2" fmla="*/ 3318639 h 5247356"/>
              <a:gd name="connsiteX3" fmla="*/ 3359869 w 6963394"/>
              <a:gd name="connsiteY3" fmla="*/ 5236189 h 5247356"/>
              <a:gd name="connsiteX4" fmla="*/ 9262 w 6963394"/>
              <a:gd name="connsiteY4" fmla="*/ 2705797 h 5247356"/>
              <a:gd name="connsiteX0" fmla="*/ 9262 w 6963394"/>
              <a:gd name="connsiteY0" fmla="*/ 2705797 h 5292159"/>
              <a:gd name="connsiteX1" fmla="*/ 2931852 w 6963394"/>
              <a:gd name="connsiteY1" fmla="*/ 10033 h 5292159"/>
              <a:gd name="connsiteX2" fmla="*/ 6963394 w 6963394"/>
              <a:gd name="connsiteY2" fmla="*/ 3318639 h 5292159"/>
              <a:gd name="connsiteX3" fmla="*/ 3359869 w 6963394"/>
              <a:gd name="connsiteY3" fmla="*/ 5236189 h 5292159"/>
              <a:gd name="connsiteX4" fmla="*/ 9262 w 6963394"/>
              <a:gd name="connsiteY4" fmla="*/ 2705797 h 5292159"/>
              <a:gd name="connsiteX0" fmla="*/ 9262 w 6963394"/>
              <a:gd name="connsiteY0" fmla="*/ 2705797 h 5259961"/>
              <a:gd name="connsiteX1" fmla="*/ 2931852 w 6963394"/>
              <a:gd name="connsiteY1" fmla="*/ 10033 h 5259961"/>
              <a:gd name="connsiteX2" fmla="*/ 6963394 w 6963394"/>
              <a:gd name="connsiteY2" fmla="*/ 3318639 h 5259961"/>
              <a:gd name="connsiteX3" fmla="*/ 3359869 w 6963394"/>
              <a:gd name="connsiteY3" fmla="*/ 5236189 h 5259961"/>
              <a:gd name="connsiteX4" fmla="*/ 9262 w 6963394"/>
              <a:gd name="connsiteY4" fmla="*/ 2705797 h 5259961"/>
              <a:gd name="connsiteX0" fmla="*/ 9557 w 7352795"/>
              <a:gd name="connsiteY0" fmla="*/ 2707501 h 5252013"/>
              <a:gd name="connsiteX1" fmla="*/ 2932147 w 7352795"/>
              <a:gd name="connsiteY1" fmla="*/ 11737 h 5252013"/>
              <a:gd name="connsiteX2" fmla="*/ 7352795 w 7352795"/>
              <a:gd name="connsiteY2" fmla="*/ 3378709 h 5252013"/>
              <a:gd name="connsiteX3" fmla="*/ 3360164 w 7352795"/>
              <a:gd name="connsiteY3" fmla="*/ 5237893 h 5252013"/>
              <a:gd name="connsiteX4" fmla="*/ 9557 w 7352795"/>
              <a:gd name="connsiteY4" fmla="*/ 2707501 h 5252013"/>
              <a:gd name="connsiteX0" fmla="*/ 8078 w 7789061"/>
              <a:gd name="connsiteY0" fmla="*/ 2744796 h 5249051"/>
              <a:gd name="connsiteX1" fmla="*/ 3368413 w 7789061"/>
              <a:gd name="connsiteY1" fmla="*/ 10121 h 5249051"/>
              <a:gd name="connsiteX2" fmla="*/ 7789061 w 7789061"/>
              <a:gd name="connsiteY2" fmla="*/ 3377093 h 5249051"/>
              <a:gd name="connsiteX3" fmla="*/ 3796430 w 7789061"/>
              <a:gd name="connsiteY3" fmla="*/ 5236277 h 5249051"/>
              <a:gd name="connsiteX4" fmla="*/ 8078 w 7789061"/>
              <a:gd name="connsiteY4" fmla="*/ 2744796 h 5249051"/>
              <a:gd name="connsiteX0" fmla="*/ 8078 w 7789061"/>
              <a:gd name="connsiteY0" fmla="*/ 2744796 h 5271741"/>
              <a:gd name="connsiteX1" fmla="*/ 3368413 w 7789061"/>
              <a:gd name="connsiteY1" fmla="*/ 10121 h 5271741"/>
              <a:gd name="connsiteX2" fmla="*/ 7789061 w 7789061"/>
              <a:gd name="connsiteY2" fmla="*/ 3377093 h 5271741"/>
              <a:gd name="connsiteX3" fmla="*/ 3796430 w 7789061"/>
              <a:gd name="connsiteY3" fmla="*/ 5236277 h 5271741"/>
              <a:gd name="connsiteX4" fmla="*/ 8078 w 7789061"/>
              <a:gd name="connsiteY4" fmla="*/ 2744796 h 5271741"/>
              <a:gd name="connsiteX0" fmla="*/ 1055 w 7782038"/>
              <a:gd name="connsiteY0" fmla="*/ 2738806 h 5438018"/>
              <a:gd name="connsiteX1" fmla="*/ 3361390 w 7782038"/>
              <a:gd name="connsiteY1" fmla="*/ 4131 h 5438018"/>
              <a:gd name="connsiteX2" fmla="*/ 7782038 w 7782038"/>
              <a:gd name="connsiteY2" fmla="*/ 3371103 h 5438018"/>
              <a:gd name="connsiteX3" fmla="*/ 3692130 w 7782038"/>
              <a:gd name="connsiteY3" fmla="*/ 5415113 h 5438018"/>
              <a:gd name="connsiteX4" fmla="*/ 1055 w 7782038"/>
              <a:gd name="connsiteY4" fmla="*/ 2738806 h 5438018"/>
              <a:gd name="connsiteX0" fmla="*/ 28883 w 7809866"/>
              <a:gd name="connsiteY0" fmla="*/ 2742147 h 5441359"/>
              <a:gd name="connsiteX1" fmla="*/ 3389218 w 7809866"/>
              <a:gd name="connsiteY1" fmla="*/ 7472 h 5441359"/>
              <a:gd name="connsiteX2" fmla="*/ 7809866 w 7809866"/>
              <a:gd name="connsiteY2" fmla="*/ 3374444 h 5441359"/>
              <a:gd name="connsiteX3" fmla="*/ 3719958 w 7809866"/>
              <a:gd name="connsiteY3" fmla="*/ 5418454 h 5441359"/>
              <a:gd name="connsiteX4" fmla="*/ 28883 w 7809866"/>
              <a:gd name="connsiteY4" fmla="*/ 2742147 h 5441359"/>
              <a:gd name="connsiteX0" fmla="*/ 36549 w 7817532"/>
              <a:gd name="connsiteY0" fmla="*/ 2751085 h 5450297"/>
              <a:gd name="connsiteX1" fmla="*/ 3396884 w 7817532"/>
              <a:gd name="connsiteY1" fmla="*/ 16410 h 5450297"/>
              <a:gd name="connsiteX2" fmla="*/ 7817532 w 7817532"/>
              <a:gd name="connsiteY2" fmla="*/ 3383382 h 5450297"/>
              <a:gd name="connsiteX3" fmla="*/ 3727624 w 7817532"/>
              <a:gd name="connsiteY3" fmla="*/ 5427392 h 5450297"/>
              <a:gd name="connsiteX4" fmla="*/ 36549 w 7817532"/>
              <a:gd name="connsiteY4" fmla="*/ 2751085 h 54502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532" h="5450297">
                <a:moveTo>
                  <a:pt x="36549" y="2751085"/>
                </a:moveTo>
                <a:cubicBezTo>
                  <a:pt x="-281221" y="925127"/>
                  <a:pt x="1526121" y="-147339"/>
                  <a:pt x="3396884" y="16410"/>
                </a:cubicBezTo>
                <a:cubicBezTo>
                  <a:pt x="5267647" y="180159"/>
                  <a:pt x="7817532" y="1453184"/>
                  <a:pt x="7817532" y="3383382"/>
                </a:cubicBezTo>
                <a:cubicBezTo>
                  <a:pt x="7700800" y="5342763"/>
                  <a:pt x="5024455" y="5532775"/>
                  <a:pt x="3727624" y="5427392"/>
                </a:cubicBezTo>
                <a:cubicBezTo>
                  <a:pt x="2430794" y="5322009"/>
                  <a:pt x="354319" y="4577043"/>
                  <a:pt x="36549" y="2751085"/>
                </a:cubicBezTo>
                <a:close/>
              </a:path>
            </a:pathLst>
          </a:custGeom>
          <a:ln w="152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67C951B-B3ED-A78F-496C-2FE70B813143}"/>
              </a:ext>
            </a:extLst>
          </p:cNvPr>
          <p:cNvSpPr>
            <a:spLocks noGrp="1"/>
          </p:cNvSpPr>
          <p:nvPr>
            <p:ph type="ctrTitle"/>
          </p:nvPr>
        </p:nvSpPr>
        <p:spPr>
          <a:xfrm>
            <a:off x="2616277" y="2061838"/>
            <a:ext cx="6959446" cy="1662475"/>
          </a:xfrm>
        </p:spPr>
        <p:txBody>
          <a:bodyPr>
            <a:normAutofit/>
          </a:bodyPr>
          <a:lstStyle/>
          <a:p>
            <a:r>
              <a:rPr lang="en-US" sz="4800" dirty="0">
                <a:ea typeface="Calibri Light"/>
                <a:cs typeface="Calibri Light"/>
              </a:rPr>
              <a:t>Thank you</a:t>
            </a:r>
            <a:endParaRPr lang="en-US" sz="4800" dirty="0"/>
          </a:p>
        </p:txBody>
      </p:sp>
      <p:sp>
        <p:nvSpPr>
          <p:cNvPr id="3" name="Content Placeholder 2">
            <a:extLst>
              <a:ext uri="{FF2B5EF4-FFF2-40B4-BE49-F238E27FC236}">
                <a16:creationId xmlns:a16="http://schemas.microsoft.com/office/drawing/2014/main" id="{EED008C5-FF06-2F06-F2CE-06ECA2276C35}"/>
              </a:ext>
            </a:extLst>
          </p:cNvPr>
          <p:cNvSpPr>
            <a:spLocks noGrp="1"/>
          </p:cNvSpPr>
          <p:nvPr>
            <p:ph type="subTitle" idx="1"/>
          </p:nvPr>
        </p:nvSpPr>
        <p:spPr>
          <a:xfrm>
            <a:off x="3388938" y="3783690"/>
            <a:ext cx="5414125" cy="1196717"/>
          </a:xfrm>
        </p:spPr>
        <p:txBody>
          <a:bodyPr vert="horz" lIns="91440" tIns="0" rIns="91440" bIns="45720" rtlCol="0" anchor="t">
            <a:normAutofit/>
          </a:bodyPr>
          <a:lstStyle/>
          <a:p>
            <a:r>
              <a:rPr lang="en-GB" sz="2000" dirty="0" smtClean="0"/>
              <a:t>ANY QUERIES?</a:t>
            </a:r>
            <a:endParaRPr lang="en-US" sz="2000" dirty="0"/>
          </a:p>
        </p:txBody>
      </p:sp>
    </p:spTree>
    <p:extLst>
      <p:ext uri="{BB962C8B-B14F-4D97-AF65-F5344CB8AC3E}">
        <p14:creationId xmlns:p14="http://schemas.microsoft.com/office/powerpoint/2010/main" val="4286395255"/>
      </p:ext>
    </p:extLst>
  </p:cSld>
  <p:clrMapOvr>
    <a:masterClrMapping/>
  </p:clrMapOvr>
  <p:timing>
    <p:tnLst>
      <p:par>
        <p:cTn id="1" dur="indefinite" restart="never" nodeType="tmRoot"/>
      </p:par>
    </p:tnLst>
  </p:timing>
</p:sld>
</file>

<file path=ppt/theme/theme1.xml><?xml version="1.0" encoding="utf-8"?>
<a:theme xmlns:a="http://schemas.openxmlformats.org/drawingml/2006/main" name="Atlas">
  <a:themeElements>
    <a:clrScheme name="Atlas">
      <a:dk1>
        <a:sysClr val="windowText" lastClr="000000"/>
      </a:dk1>
      <a:lt1>
        <a:sysClr val="window" lastClr="FFFFFF"/>
      </a:lt1>
      <a:dk2>
        <a:srgbClr val="454545"/>
      </a:dk2>
      <a:lt2>
        <a:srgbClr val="E0E0E0"/>
      </a:lt2>
      <a:accent1>
        <a:srgbClr val="F81B02"/>
      </a:accent1>
      <a:accent2>
        <a:srgbClr val="FC7715"/>
      </a:accent2>
      <a:accent3>
        <a:srgbClr val="AFBF41"/>
      </a:accent3>
      <a:accent4>
        <a:srgbClr val="50C49F"/>
      </a:accent4>
      <a:accent5>
        <a:srgbClr val="3B95C4"/>
      </a:accent5>
      <a:accent6>
        <a:srgbClr val="B560D4"/>
      </a:accent6>
      <a:hlink>
        <a:srgbClr val="FC5A1A"/>
      </a:hlink>
      <a:folHlink>
        <a:srgbClr val="B49E74"/>
      </a:folHlink>
    </a:clrScheme>
    <a:fontScheme name="Atlas">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tlas">
      <a:fillStyleLst>
        <a:solidFill>
          <a:schemeClr val="phClr"/>
        </a:solidFill>
        <a:gradFill rotWithShape="1">
          <a:gsLst>
            <a:gs pos="0">
              <a:schemeClr val="phClr">
                <a:tint val="62000"/>
                <a:alpha val="60000"/>
                <a:satMod val="109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hade val="90000"/>
            </a:schemeClr>
          </a:solidFill>
          <a:prstDash val="solid"/>
        </a:ln>
        <a:ln w="15875" cap="flat" cmpd="sng" algn="ctr">
          <a:solidFill>
            <a:schemeClr val="phClr">
              <a:shade val="90000"/>
            </a:scheme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38100" dist="25400" dir="5400000" rotWithShape="0">
              <a:srgbClr val="000000">
                <a:alpha val="75000"/>
              </a:srgbClr>
            </a:outerShdw>
          </a:effectLst>
          <a:scene3d>
            <a:camera prst="orthographicFront">
              <a:rot lat="0" lon="0" rev="0"/>
            </a:camera>
            <a:lightRig rig="threePt" dir="tl"/>
          </a:scene3d>
          <a:sp3d>
            <a:bevelT w="0" h="0"/>
          </a:sp3d>
        </a:effectStyle>
      </a:effectStyleLst>
      <a:bgFillStyleLst>
        <a:solidFill>
          <a:schemeClr val="phClr"/>
        </a:solidFill>
        <a:solidFill>
          <a:schemeClr val="phClr"/>
        </a:solidFill>
        <a:gradFill rotWithShape="1">
          <a:gsLst>
            <a:gs pos="10000">
              <a:schemeClr val="phClr">
                <a:tint val="94000"/>
                <a:lumMod val="116000"/>
              </a:schemeClr>
            </a:gs>
            <a:gs pos="100000">
              <a:schemeClr val="phClr">
                <a:tint val="98000"/>
                <a:shade val="86000"/>
                <a:satMod val="90000"/>
                <a:lumMod val="88000"/>
              </a:schemeClr>
            </a:gs>
          </a:gsLst>
          <a:path path="circle">
            <a:fillToRect l="50000" t="15000" r="50000" b="169000"/>
          </a:path>
        </a:gradFill>
      </a:bgFillStyleLst>
    </a:fmtScheme>
  </a:themeElements>
  <a:objectDefaults/>
  <a:extraClrSchemeLst/>
  <a:extLst>
    <a:ext uri="{05A4C25C-085E-4340-85A3-A5531E510DB2}">
      <thm15:themeFamily xmlns:thm15="http://schemas.microsoft.com/office/thememl/2012/main" name="Atlas" id="{5156B0E4-0EB1-49FE-A26B-15F6F698AEC6}" vid="{508F7963-D0B5-43F7-BB2C-FCE3009C08E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175</TotalTime>
  <Words>973</Words>
  <Application>Microsoft Office PowerPoint</Application>
  <PresentationFormat>Widescreen</PresentationFormat>
  <Paragraphs>132</Paragraphs>
  <Slides>16</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Calibri</vt:lpstr>
      <vt:lpstr>Calibri Light</vt:lpstr>
      <vt:lpstr>Rockwell</vt:lpstr>
      <vt:lpstr>Times New Roman</vt:lpstr>
      <vt:lpstr>Wingdings</vt:lpstr>
      <vt:lpstr>Atlas</vt:lpstr>
      <vt:lpstr>PowerPoint Presentation</vt:lpstr>
      <vt:lpstr> Content</vt:lpstr>
      <vt:lpstr>1. Introduction</vt:lpstr>
      <vt:lpstr>2. Problem Statement</vt:lpstr>
      <vt:lpstr>3. Objectives</vt:lpstr>
      <vt:lpstr>4. Literature Review</vt:lpstr>
      <vt:lpstr>Gaps Identified:</vt:lpstr>
      <vt:lpstr>5. Methodology</vt:lpstr>
      <vt:lpstr>PowerPoint Presentation</vt:lpstr>
      <vt:lpstr>7.ER Diagram</vt:lpstr>
      <vt:lpstr>8.Use Case Diagram</vt:lpstr>
      <vt:lpstr>9. Expected Outcome</vt:lpstr>
      <vt:lpstr>10. Conclusion</vt:lpstr>
      <vt:lpstr>11.Reference</vt:lpstr>
      <vt:lpstr>12.Gantt Chart</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user</cp:lastModifiedBy>
  <cp:revision>301</cp:revision>
  <dcterms:created xsi:type="dcterms:W3CDTF">2025-01-27T13:49:02Z</dcterms:created>
  <dcterms:modified xsi:type="dcterms:W3CDTF">2025-07-07T06:34:14Z</dcterms:modified>
</cp:coreProperties>
</file>